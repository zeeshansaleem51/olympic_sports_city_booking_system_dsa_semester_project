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  <p:sldId id="274" r:id="rId23"/>
    <p:sldId id="277" r:id="rId24"/>
    <p:sldId id="278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100FB3-D839-4DBE-A0B2-A00ED90E5B19}" v="129" dt="2025-11-03T16:56:51.568"/>
    <p1510:client id="{4174005B-3910-4018-A9C7-0153EBF8C180}" v="49" dt="2025-11-03T17:44:10.953"/>
    <p1510:client id="{45D158B2-DE4C-46DF-877C-BA3D710060DA}" v="296" dt="2025-11-03T19:21:14.534"/>
    <p1510:client id="{8AD3C63F-04FE-4764-AC50-DFE684BD9524}" v="3" dt="2025-11-03T17:02:55.8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8.png"/><Relationship Id="rId7" Type="http://schemas.openxmlformats.org/officeDocument/2006/relationships/image" Target="../media/image44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48.png"/><Relationship Id="rId7" Type="http://schemas.openxmlformats.org/officeDocument/2006/relationships/image" Target="../media/image56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49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13" Type="http://schemas.openxmlformats.org/officeDocument/2006/relationships/image" Target="../media/image70.png"/><Relationship Id="rId3" Type="http://schemas.openxmlformats.org/officeDocument/2006/relationships/image" Target="../media/image26.png"/><Relationship Id="rId7" Type="http://schemas.openxmlformats.org/officeDocument/2006/relationships/image" Target="../media/image64.png"/><Relationship Id="rId12" Type="http://schemas.openxmlformats.org/officeDocument/2006/relationships/image" Target="../media/image69.sv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63.sv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svg"/><Relationship Id="rId4" Type="http://schemas.openxmlformats.org/officeDocument/2006/relationships/image" Target="../media/image27.svg"/><Relationship Id="rId9" Type="http://schemas.openxmlformats.org/officeDocument/2006/relationships/image" Target="../media/image66.png"/><Relationship Id="rId14" Type="http://schemas.openxmlformats.org/officeDocument/2006/relationships/image" Target="../media/image71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8.png"/><Relationship Id="rId7" Type="http://schemas.openxmlformats.org/officeDocument/2006/relationships/image" Target="../media/image44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48.png"/><Relationship Id="rId7" Type="http://schemas.openxmlformats.org/officeDocument/2006/relationships/image" Target="../media/image56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49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13" Type="http://schemas.openxmlformats.org/officeDocument/2006/relationships/image" Target="../media/image70.png"/><Relationship Id="rId3" Type="http://schemas.openxmlformats.org/officeDocument/2006/relationships/image" Target="../media/image26.png"/><Relationship Id="rId7" Type="http://schemas.openxmlformats.org/officeDocument/2006/relationships/image" Target="../media/image64.png"/><Relationship Id="rId12" Type="http://schemas.openxmlformats.org/officeDocument/2006/relationships/image" Target="../media/image69.sv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63.sv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svg"/><Relationship Id="rId4" Type="http://schemas.openxmlformats.org/officeDocument/2006/relationships/image" Target="../media/image27.svg"/><Relationship Id="rId9" Type="http://schemas.openxmlformats.org/officeDocument/2006/relationships/image" Target="../media/image66.png"/><Relationship Id="rId14" Type="http://schemas.openxmlformats.org/officeDocument/2006/relationships/image" Target="../media/image71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6BA254-7E94-4D21-B3ED-EC2266CA599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CAB3C34-A700-4A90-84FF-B55CA3972B53}">
      <dgm:prSet/>
      <dgm:spPr/>
      <dgm:t>
        <a:bodyPr/>
        <a:lstStyle/>
        <a:p>
          <a:pPr rtl="0"/>
          <a:r>
            <a:rPr lang="en-US" dirty="0">
              <a:latin typeface="Times New Roman"/>
              <a:cs typeface="Times New Roman"/>
            </a:rPr>
            <a:t>ZeeShan Saleem 1396</a:t>
          </a:r>
        </a:p>
      </dgm:t>
    </dgm:pt>
    <dgm:pt modelId="{27F67780-0BA3-4661-9DD4-4D30D36CE00A}" type="parTrans" cxnId="{F5C82532-EC41-4DF5-8539-C1E5EE87D570}">
      <dgm:prSet/>
      <dgm:spPr/>
      <dgm:t>
        <a:bodyPr/>
        <a:lstStyle/>
        <a:p>
          <a:endParaRPr lang="en-US"/>
        </a:p>
      </dgm:t>
    </dgm:pt>
    <dgm:pt modelId="{A6AFF993-EE0E-465D-A694-478331621146}" type="sibTrans" cxnId="{F5C82532-EC41-4DF5-8539-C1E5EE87D570}">
      <dgm:prSet/>
      <dgm:spPr/>
      <dgm:t>
        <a:bodyPr/>
        <a:lstStyle/>
        <a:p>
          <a:endParaRPr lang="en-US"/>
        </a:p>
      </dgm:t>
    </dgm:pt>
    <dgm:pt modelId="{6301B717-083D-47B1-AD73-D5A128DA0D42}">
      <dgm:prSet/>
      <dgm:spPr/>
      <dgm:t>
        <a:bodyPr/>
        <a:lstStyle/>
        <a:p>
          <a:pPr rtl="0"/>
          <a:r>
            <a:rPr lang="en-US" dirty="0">
              <a:latin typeface="Times New Roman"/>
              <a:cs typeface="Times New Roman"/>
            </a:rPr>
            <a:t>Karamatullah Payalo  1370</a:t>
          </a:r>
        </a:p>
      </dgm:t>
    </dgm:pt>
    <dgm:pt modelId="{74A63F81-7229-4B66-95A4-80E424FF9545}" type="parTrans" cxnId="{9C21BA0A-2A6F-4671-B25E-E8394736968D}">
      <dgm:prSet/>
      <dgm:spPr/>
      <dgm:t>
        <a:bodyPr/>
        <a:lstStyle/>
        <a:p>
          <a:endParaRPr lang="en-US"/>
        </a:p>
      </dgm:t>
    </dgm:pt>
    <dgm:pt modelId="{C7A3BEA2-4E4C-4BBB-836C-9FC2E3CE9BE2}" type="sibTrans" cxnId="{9C21BA0A-2A6F-4671-B25E-E8394736968D}">
      <dgm:prSet/>
      <dgm:spPr/>
      <dgm:t>
        <a:bodyPr/>
        <a:lstStyle/>
        <a:p>
          <a:endParaRPr lang="en-US"/>
        </a:p>
      </dgm:t>
    </dgm:pt>
    <dgm:pt modelId="{DF300B8B-AD6A-48CE-8C5A-474F6BB7E9E2}">
      <dgm:prSet/>
      <dgm:spPr/>
      <dgm:t>
        <a:bodyPr/>
        <a:lstStyle/>
        <a:p>
          <a:pPr rtl="0"/>
          <a:r>
            <a:rPr lang="en-US" dirty="0">
              <a:latin typeface="Times New Roman"/>
              <a:cs typeface="Times New Roman"/>
            </a:rPr>
            <a:t>Yasir Ahmed 1402</a:t>
          </a:r>
        </a:p>
      </dgm:t>
    </dgm:pt>
    <dgm:pt modelId="{A16B6FA3-8C5F-41F3-9777-61A2578AD0BD}" type="parTrans" cxnId="{993DE9D7-930C-4DBE-847B-033CE72939BA}">
      <dgm:prSet/>
      <dgm:spPr/>
      <dgm:t>
        <a:bodyPr/>
        <a:lstStyle/>
        <a:p>
          <a:endParaRPr lang="en-US"/>
        </a:p>
      </dgm:t>
    </dgm:pt>
    <dgm:pt modelId="{F2F1317C-4E42-4C37-80C4-F9DAE909E0A7}" type="sibTrans" cxnId="{993DE9D7-930C-4DBE-847B-033CE72939BA}">
      <dgm:prSet/>
      <dgm:spPr/>
      <dgm:t>
        <a:bodyPr/>
        <a:lstStyle/>
        <a:p>
          <a:endParaRPr lang="en-US"/>
        </a:p>
      </dgm:t>
    </dgm:pt>
    <dgm:pt modelId="{12ADAAF7-9496-46E4-94CF-C5C64E1706C3}">
      <dgm:prSet/>
      <dgm:spPr/>
      <dgm:t>
        <a:bodyPr/>
        <a:lstStyle/>
        <a:p>
          <a:pPr rtl="0"/>
          <a:r>
            <a:rPr lang="en-US" dirty="0">
              <a:latin typeface="Times New Roman"/>
              <a:cs typeface="Times New Roman"/>
            </a:rPr>
            <a:t>Muhammad Musa 1363</a:t>
          </a:r>
        </a:p>
      </dgm:t>
    </dgm:pt>
    <dgm:pt modelId="{C182605E-AF37-4E29-8854-58413D560186}" type="parTrans" cxnId="{896A0F73-DF77-40BA-9A4E-33DFFCECC997}">
      <dgm:prSet/>
      <dgm:spPr/>
      <dgm:t>
        <a:bodyPr/>
        <a:lstStyle/>
        <a:p>
          <a:endParaRPr lang="en-US"/>
        </a:p>
      </dgm:t>
    </dgm:pt>
    <dgm:pt modelId="{D18C9178-5432-437E-BD28-1CD25C97B397}" type="sibTrans" cxnId="{896A0F73-DF77-40BA-9A4E-33DFFCECC997}">
      <dgm:prSet/>
      <dgm:spPr/>
      <dgm:t>
        <a:bodyPr/>
        <a:lstStyle/>
        <a:p>
          <a:endParaRPr lang="en-US"/>
        </a:p>
      </dgm:t>
    </dgm:pt>
    <dgm:pt modelId="{0AEAB972-C2D9-4257-8860-39C28229B6CE}" type="pres">
      <dgm:prSet presAssocID="{A16BA254-7E94-4D21-B3ED-EC2266CA599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28812D0-86FC-4E2C-A4FD-687B0017DBD5}" type="pres">
      <dgm:prSet presAssocID="{DCAB3C34-A700-4A90-84FF-B55CA3972B53}" presName="hierRoot1" presStyleCnt="0"/>
      <dgm:spPr/>
    </dgm:pt>
    <dgm:pt modelId="{0ED7C96F-B2ED-4514-92C6-CFB6C85F544C}" type="pres">
      <dgm:prSet presAssocID="{DCAB3C34-A700-4A90-84FF-B55CA3972B53}" presName="composite" presStyleCnt="0"/>
      <dgm:spPr/>
    </dgm:pt>
    <dgm:pt modelId="{E3419FFF-B2BA-4DDA-B0F1-C9105007E4AA}" type="pres">
      <dgm:prSet presAssocID="{DCAB3C34-A700-4A90-84FF-B55CA3972B53}" presName="background" presStyleLbl="node0" presStyleIdx="0" presStyleCnt="4"/>
      <dgm:spPr/>
    </dgm:pt>
    <dgm:pt modelId="{DD273782-42DB-4021-8EFB-B92533A14544}" type="pres">
      <dgm:prSet presAssocID="{DCAB3C34-A700-4A90-84FF-B55CA3972B53}" presName="text" presStyleLbl="fgAcc0" presStyleIdx="0" presStyleCnt="4">
        <dgm:presLayoutVars>
          <dgm:chPref val="3"/>
        </dgm:presLayoutVars>
      </dgm:prSet>
      <dgm:spPr/>
    </dgm:pt>
    <dgm:pt modelId="{44DB4632-8AC2-4400-9D1D-AF854AEA548F}" type="pres">
      <dgm:prSet presAssocID="{DCAB3C34-A700-4A90-84FF-B55CA3972B53}" presName="hierChild2" presStyleCnt="0"/>
      <dgm:spPr/>
    </dgm:pt>
    <dgm:pt modelId="{1B732831-158B-466C-993F-6D3519506053}" type="pres">
      <dgm:prSet presAssocID="{6301B717-083D-47B1-AD73-D5A128DA0D42}" presName="hierRoot1" presStyleCnt="0"/>
      <dgm:spPr/>
    </dgm:pt>
    <dgm:pt modelId="{7E4A6007-A06E-4CEB-9DA2-F0FDD03A6ED6}" type="pres">
      <dgm:prSet presAssocID="{6301B717-083D-47B1-AD73-D5A128DA0D42}" presName="composite" presStyleCnt="0"/>
      <dgm:spPr/>
    </dgm:pt>
    <dgm:pt modelId="{DC7CEB57-AC3C-4472-9D78-D892DAA37960}" type="pres">
      <dgm:prSet presAssocID="{6301B717-083D-47B1-AD73-D5A128DA0D42}" presName="background" presStyleLbl="node0" presStyleIdx="1" presStyleCnt="4"/>
      <dgm:spPr/>
    </dgm:pt>
    <dgm:pt modelId="{DC16B506-4F97-47EC-9DCC-49D4B69D95F4}" type="pres">
      <dgm:prSet presAssocID="{6301B717-083D-47B1-AD73-D5A128DA0D42}" presName="text" presStyleLbl="fgAcc0" presStyleIdx="1" presStyleCnt="4">
        <dgm:presLayoutVars>
          <dgm:chPref val="3"/>
        </dgm:presLayoutVars>
      </dgm:prSet>
      <dgm:spPr/>
    </dgm:pt>
    <dgm:pt modelId="{774772E5-DA24-40B1-A274-CAC59E080593}" type="pres">
      <dgm:prSet presAssocID="{6301B717-083D-47B1-AD73-D5A128DA0D42}" presName="hierChild2" presStyleCnt="0"/>
      <dgm:spPr/>
    </dgm:pt>
    <dgm:pt modelId="{E345B4A8-E8A2-4E24-A37C-504B95E9C302}" type="pres">
      <dgm:prSet presAssocID="{DF300B8B-AD6A-48CE-8C5A-474F6BB7E9E2}" presName="hierRoot1" presStyleCnt="0"/>
      <dgm:spPr/>
    </dgm:pt>
    <dgm:pt modelId="{FB6E3A69-AF9B-4C4C-BCE7-8E9D065B0E3C}" type="pres">
      <dgm:prSet presAssocID="{DF300B8B-AD6A-48CE-8C5A-474F6BB7E9E2}" presName="composite" presStyleCnt="0"/>
      <dgm:spPr/>
    </dgm:pt>
    <dgm:pt modelId="{65E81C75-9AC9-4CC2-B4D4-8110FC857B4F}" type="pres">
      <dgm:prSet presAssocID="{DF300B8B-AD6A-48CE-8C5A-474F6BB7E9E2}" presName="background" presStyleLbl="node0" presStyleIdx="2" presStyleCnt="4"/>
      <dgm:spPr/>
    </dgm:pt>
    <dgm:pt modelId="{7B8CDC97-4EFE-4644-88A6-32D4EED18451}" type="pres">
      <dgm:prSet presAssocID="{DF300B8B-AD6A-48CE-8C5A-474F6BB7E9E2}" presName="text" presStyleLbl="fgAcc0" presStyleIdx="2" presStyleCnt="4">
        <dgm:presLayoutVars>
          <dgm:chPref val="3"/>
        </dgm:presLayoutVars>
      </dgm:prSet>
      <dgm:spPr/>
    </dgm:pt>
    <dgm:pt modelId="{7BBAC5AB-EDA7-475F-82A4-66450F505077}" type="pres">
      <dgm:prSet presAssocID="{DF300B8B-AD6A-48CE-8C5A-474F6BB7E9E2}" presName="hierChild2" presStyleCnt="0"/>
      <dgm:spPr/>
    </dgm:pt>
    <dgm:pt modelId="{D1A0B3DB-8BBD-4EB5-8648-DD8A63FDC63A}" type="pres">
      <dgm:prSet presAssocID="{12ADAAF7-9496-46E4-94CF-C5C64E1706C3}" presName="hierRoot1" presStyleCnt="0"/>
      <dgm:spPr/>
    </dgm:pt>
    <dgm:pt modelId="{47BCDF2D-5958-47C5-A703-C1AB620ECA76}" type="pres">
      <dgm:prSet presAssocID="{12ADAAF7-9496-46E4-94CF-C5C64E1706C3}" presName="composite" presStyleCnt="0"/>
      <dgm:spPr/>
    </dgm:pt>
    <dgm:pt modelId="{75031F86-382B-4357-891A-AB89DB3FC5B4}" type="pres">
      <dgm:prSet presAssocID="{12ADAAF7-9496-46E4-94CF-C5C64E1706C3}" presName="background" presStyleLbl="node0" presStyleIdx="3" presStyleCnt="4"/>
      <dgm:spPr/>
    </dgm:pt>
    <dgm:pt modelId="{105AF5FD-F5B7-4058-8CEA-80313B248CA6}" type="pres">
      <dgm:prSet presAssocID="{12ADAAF7-9496-46E4-94CF-C5C64E1706C3}" presName="text" presStyleLbl="fgAcc0" presStyleIdx="3" presStyleCnt="4">
        <dgm:presLayoutVars>
          <dgm:chPref val="3"/>
        </dgm:presLayoutVars>
      </dgm:prSet>
      <dgm:spPr/>
    </dgm:pt>
    <dgm:pt modelId="{37CF1E87-4D26-4D0A-BA28-905A756241B2}" type="pres">
      <dgm:prSet presAssocID="{12ADAAF7-9496-46E4-94CF-C5C64E1706C3}" presName="hierChild2" presStyleCnt="0"/>
      <dgm:spPr/>
    </dgm:pt>
  </dgm:ptLst>
  <dgm:cxnLst>
    <dgm:cxn modelId="{9C21BA0A-2A6F-4671-B25E-E8394736968D}" srcId="{A16BA254-7E94-4D21-B3ED-EC2266CA5997}" destId="{6301B717-083D-47B1-AD73-D5A128DA0D42}" srcOrd="1" destOrd="0" parTransId="{74A63F81-7229-4B66-95A4-80E424FF9545}" sibTransId="{C7A3BEA2-4E4C-4BBB-836C-9FC2E3CE9BE2}"/>
    <dgm:cxn modelId="{5FFA9B1C-CFD7-48B3-A7BA-9B339E42BF9F}" type="presOf" srcId="{12ADAAF7-9496-46E4-94CF-C5C64E1706C3}" destId="{105AF5FD-F5B7-4058-8CEA-80313B248CA6}" srcOrd="0" destOrd="0" presId="urn:microsoft.com/office/officeart/2005/8/layout/hierarchy1"/>
    <dgm:cxn modelId="{F767C61F-67BF-4583-B50A-81A0EFB147C4}" type="presOf" srcId="{DCAB3C34-A700-4A90-84FF-B55CA3972B53}" destId="{DD273782-42DB-4021-8EFB-B92533A14544}" srcOrd="0" destOrd="0" presId="urn:microsoft.com/office/officeart/2005/8/layout/hierarchy1"/>
    <dgm:cxn modelId="{F5C82532-EC41-4DF5-8539-C1E5EE87D570}" srcId="{A16BA254-7E94-4D21-B3ED-EC2266CA5997}" destId="{DCAB3C34-A700-4A90-84FF-B55CA3972B53}" srcOrd="0" destOrd="0" parTransId="{27F67780-0BA3-4661-9DD4-4D30D36CE00A}" sibTransId="{A6AFF993-EE0E-465D-A694-478331621146}"/>
    <dgm:cxn modelId="{CF75CB39-B292-469C-809B-6A2D92B99193}" type="presOf" srcId="{6301B717-083D-47B1-AD73-D5A128DA0D42}" destId="{DC16B506-4F97-47EC-9DCC-49D4B69D95F4}" srcOrd="0" destOrd="0" presId="urn:microsoft.com/office/officeart/2005/8/layout/hierarchy1"/>
    <dgm:cxn modelId="{896A0F73-DF77-40BA-9A4E-33DFFCECC997}" srcId="{A16BA254-7E94-4D21-B3ED-EC2266CA5997}" destId="{12ADAAF7-9496-46E4-94CF-C5C64E1706C3}" srcOrd="3" destOrd="0" parTransId="{C182605E-AF37-4E29-8854-58413D560186}" sibTransId="{D18C9178-5432-437E-BD28-1CD25C97B397}"/>
    <dgm:cxn modelId="{F069E653-ACF3-44BF-BB19-CF640C29DF38}" type="presOf" srcId="{A16BA254-7E94-4D21-B3ED-EC2266CA5997}" destId="{0AEAB972-C2D9-4257-8860-39C28229B6CE}" srcOrd="0" destOrd="0" presId="urn:microsoft.com/office/officeart/2005/8/layout/hierarchy1"/>
    <dgm:cxn modelId="{6CF11991-FF27-478F-B2AE-FFA8F5569261}" type="presOf" srcId="{DF300B8B-AD6A-48CE-8C5A-474F6BB7E9E2}" destId="{7B8CDC97-4EFE-4644-88A6-32D4EED18451}" srcOrd="0" destOrd="0" presId="urn:microsoft.com/office/officeart/2005/8/layout/hierarchy1"/>
    <dgm:cxn modelId="{993DE9D7-930C-4DBE-847B-033CE72939BA}" srcId="{A16BA254-7E94-4D21-B3ED-EC2266CA5997}" destId="{DF300B8B-AD6A-48CE-8C5A-474F6BB7E9E2}" srcOrd="2" destOrd="0" parTransId="{A16B6FA3-8C5F-41F3-9777-61A2578AD0BD}" sibTransId="{F2F1317C-4E42-4C37-80C4-F9DAE909E0A7}"/>
    <dgm:cxn modelId="{118BF4DF-5F3A-47FB-8358-9B89B3F1EAD6}" type="presParOf" srcId="{0AEAB972-C2D9-4257-8860-39C28229B6CE}" destId="{528812D0-86FC-4E2C-A4FD-687B0017DBD5}" srcOrd="0" destOrd="0" presId="urn:microsoft.com/office/officeart/2005/8/layout/hierarchy1"/>
    <dgm:cxn modelId="{2992613C-2D81-4430-B5FF-AC9A135EF64D}" type="presParOf" srcId="{528812D0-86FC-4E2C-A4FD-687B0017DBD5}" destId="{0ED7C96F-B2ED-4514-92C6-CFB6C85F544C}" srcOrd="0" destOrd="0" presId="urn:microsoft.com/office/officeart/2005/8/layout/hierarchy1"/>
    <dgm:cxn modelId="{2D906434-EF16-4A1C-AD02-E540781552F2}" type="presParOf" srcId="{0ED7C96F-B2ED-4514-92C6-CFB6C85F544C}" destId="{E3419FFF-B2BA-4DDA-B0F1-C9105007E4AA}" srcOrd="0" destOrd="0" presId="urn:microsoft.com/office/officeart/2005/8/layout/hierarchy1"/>
    <dgm:cxn modelId="{6FA59686-B150-4728-9912-A62BCF65F058}" type="presParOf" srcId="{0ED7C96F-B2ED-4514-92C6-CFB6C85F544C}" destId="{DD273782-42DB-4021-8EFB-B92533A14544}" srcOrd="1" destOrd="0" presId="urn:microsoft.com/office/officeart/2005/8/layout/hierarchy1"/>
    <dgm:cxn modelId="{6F30AB59-85BB-444A-860A-64BD69A90623}" type="presParOf" srcId="{528812D0-86FC-4E2C-A4FD-687B0017DBD5}" destId="{44DB4632-8AC2-4400-9D1D-AF854AEA548F}" srcOrd="1" destOrd="0" presId="urn:microsoft.com/office/officeart/2005/8/layout/hierarchy1"/>
    <dgm:cxn modelId="{03BD7FC8-A04C-4389-80D4-4F62F05EF419}" type="presParOf" srcId="{0AEAB972-C2D9-4257-8860-39C28229B6CE}" destId="{1B732831-158B-466C-993F-6D3519506053}" srcOrd="1" destOrd="0" presId="urn:microsoft.com/office/officeart/2005/8/layout/hierarchy1"/>
    <dgm:cxn modelId="{804F9921-E9A8-4C4A-8A85-2729936B4F05}" type="presParOf" srcId="{1B732831-158B-466C-993F-6D3519506053}" destId="{7E4A6007-A06E-4CEB-9DA2-F0FDD03A6ED6}" srcOrd="0" destOrd="0" presId="urn:microsoft.com/office/officeart/2005/8/layout/hierarchy1"/>
    <dgm:cxn modelId="{7D3E1791-DC09-4E70-8F6B-EE056038B4F5}" type="presParOf" srcId="{7E4A6007-A06E-4CEB-9DA2-F0FDD03A6ED6}" destId="{DC7CEB57-AC3C-4472-9D78-D892DAA37960}" srcOrd="0" destOrd="0" presId="urn:microsoft.com/office/officeart/2005/8/layout/hierarchy1"/>
    <dgm:cxn modelId="{9EFACD19-2B1F-4278-AD2E-27859B9160C9}" type="presParOf" srcId="{7E4A6007-A06E-4CEB-9DA2-F0FDD03A6ED6}" destId="{DC16B506-4F97-47EC-9DCC-49D4B69D95F4}" srcOrd="1" destOrd="0" presId="urn:microsoft.com/office/officeart/2005/8/layout/hierarchy1"/>
    <dgm:cxn modelId="{3B413B27-D325-4360-8AAA-F4F64001D6D3}" type="presParOf" srcId="{1B732831-158B-466C-993F-6D3519506053}" destId="{774772E5-DA24-40B1-A274-CAC59E080593}" srcOrd="1" destOrd="0" presId="urn:microsoft.com/office/officeart/2005/8/layout/hierarchy1"/>
    <dgm:cxn modelId="{4D12ECF3-3845-4739-BECD-54E1445098FD}" type="presParOf" srcId="{0AEAB972-C2D9-4257-8860-39C28229B6CE}" destId="{E345B4A8-E8A2-4E24-A37C-504B95E9C302}" srcOrd="2" destOrd="0" presId="urn:microsoft.com/office/officeart/2005/8/layout/hierarchy1"/>
    <dgm:cxn modelId="{2D9DF16A-E131-41FF-8E09-EB1A1DC1B319}" type="presParOf" srcId="{E345B4A8-E8A2-4E24-A37C-504B95E9C302}" destId="{FB6E3A69-AF9B-4C4C-BCE7-8E9D065B0E3C}" srcOrd="0" destOrd="0" presId="urn:microsoft.com/office/officeart/2005/8/layout/hierarchy1"/>
    <dgm:cxn modelId="{489E7D99-E40F-46A3-82B5-DB059DF73C44}" type="presParOf" srcId="{FB6E3A69-AF9B-4C4C-BCE7-8E9D065B0E3C}" destId="{65E81C75-9AC9-4CC2-B4D4-8110FC857B4F}" srcOrd="0" destOrd="0" presId="urn:microsoft.com/office/officeart/2005/8/layout/hierarchy1"/>
    <dgm:cxn modelId="{95E0C689-58A4-4786-ADE4-784A58CE58D1}" type="presParOf" srcId="{FB6E3A69-AF9B-4C4C-BCE7-8E9D065B0E3C}" destId="{7B8CDC97-4EFE-4644-88A6-32D4EED18451}" srcOrd="1" destOrd="0" presId="urn:microsoft.com/office/officeart/2005/8/layout/hierarchy1"/>
    <dgm:cxn modelId="{DE00A033-3C64-485A-B6DB-D629ED3F316F}" type="presParOf" srcId="{E345B4A8-E8A2-4E24-A37C-504B95E9C302}" destId="{7BBAC5AB-EDA7-475F-82A4-66450F505077}" srcOrd="1" destOrd="0" presId="urn:microsoft.com/office/officeart/2005/8/layout/hierarchy1"/>
    <dgm:cxn modelId="{08AA6356-5F9D-4954-B1C2-72547F22882F}" type="presParOf" srcId="{0AEAB972-C2D9-4257-8860-39C28229B6CE}" destId="{D1A0B3DB-8BBD-4EB5-8648-DD8A63FDC63A}" srcOrd="3" destOrd="0" presId="urn:microsoft.com/office/officeart/2005/8/layout/hierarchy1"/>
    <dgm:cxn modelId="{A50B02CE-4719-4333-9EDC-D4079A9BB896}" type="presParOf" srcId="{D1A0B3DB-8BBD-4EB5-8648-DD8A63FDC63A}" destId="{47BCDF2D-5958-47C5-A703-C1AB620ECA76}" srcOrd="0" destOrd="0" presId="urn:microsoft.com/office/officeart/2005/8/layout/hierarchy1"/>
    <dgm:cxn modelId="{07809C8A-7199-4BA9-8421-BB2AE6AB2AFE}" type="presParOf" srcId="{47BCDF2D-5958-47C5-A703-C1AB620ECA76}" destId="{75031F86-382B-4357-891A-AB89DB3FC5B4}" srcOrd="0" destOrd="0" presId="urn:microsoft.com/office/officeart/2005/8/layout/hierarchy1"/>
    <dgm:cxn modelId="{CB5E11C8-2266-4F4E-BAA3-BC190588027B}" type="presParOf" srcId="{47BCDF2D-5958-47C5-A703-C1AB620ECA76}" destId="{105AF5FD-F5B7-4058-8CEA-80313B248CA6}" srcOrd="1" destOrd="0" presId="urn:microsoft.com/office/officeart/2005/8/layout/hierarchy1"/>
    <dgm:cxn modelId="{56CEF259-D293-466D-96CF-8CB4374372A6}" type="presParOf" srcId="{D1A0B3DB-8BBD-4EB5-8648-DD8A63FDC63A}" destId="{37CF1E87-4D26-4D0A-BA28-905A756241B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49CEFD-2F3E-4AB2-9E6B-DC3760709ED4}" type="doc">
      <dgm:prSet loTypeId="urn:microsoft.com/office/officeart/2005/8/layout/chevron2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C72D054-92C0-4809-A623-F9502C84809D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Add</a:t>
          </a:r>
        </a:p>
      </dgm:t>
    </dgm:pt>
    <dgm:pt modelId="{4FF20D38-32D5-462B-B9FC-12332C9B8256}" type="parTrans" cxnId="{1957939A-3EFA-491A-816C-C2C933518DE6}">
      <dgm:prSet/>
      <dgm:spPr/>
      <dgm:t>
        <a:bodyPr/>
        <a:lstStyle/>
        <a:p>
          <a:endParaRPr lang="en-US"/>
        </a:p>
      </dgm:t>
    </dgm:pt>
    <dgm:pt modelId="{05960C48-1754-4D23-9044-3A18A5F8DF11}" type="sibTrans" cxnId="{1957939A-3EFA-491A-816C-C2C933518DE6}">
      <dgm:prSet/>
      <dgm:spPr/>
      <dgm:t>
        <a:bodyPr/>
        <a:lstStyle/>
        <a:p>
          <a:endParaRPr lang="en-US"/>
        </a:p>
      </dgm:t>
    </dgm:pt>
    <dgm:pt modelId="{ED47B8FB-6CA5-4B9D-88B0-497E79ACBFF1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Add new booking</a:t>
          </a:r>
        </a:p>
      </dgm:t>
    </dgm:pt>
    <dgm:pt modelId="{981A11CE-5A1F-4305-8EBC-61EDDBE420AA}" type="parTrans" cxnId="{391BFB17-9B16-4936-90BF-A6C788185BA0}">
      <dgm:prSet/>
      <dgm:spPr/>
      <dgm:t>
        <a:bodyPr/>
        <a:lstStyle/>
        <a:p>
          <a:endParaRPr lang="en-US"/>
        </a:p>
      </dgm:t>
    </dgm:pt>
    <dgm:pt modelId="{D16245EF-92C3-4F12-B6A9-E05B776A0A84}" type="sibTrans" cxnId="{391BFB17-9B16-4936-90BF-A6C788185BA0}">
      <dgm:prSet/>
      <dgm:spPr/>
      <dgm:t>
        <a:bodyPr/>
        <a:lstStyle/>
        <a:p>
          <a:endParaRPr lang="en-US"/>
        </a:p>
      </dgm:t>
    </dgm:pt>
    <dgm:pt modelId="{93C88C8B-30AE-4819-BD8A-8CEF065BFF8B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View</a:t>
          </a:r>
        </a:p>
      </dgm:t>
    </dgm:pt>
    <dgm:pt modelId="{8D8C1714-7B70-4A4B-B0DB-B2CC4757AECF}" type="parTrans" cxnId="{FA2CCDFA-5C33-4E6E-B10F-A154B5E98700}">
      <dgm:prSet/>
      <dgm:spPr/>
      <dgm:t>
        <a:bodyPr/>
        <a:lstStyle/>
        <a:p>
          <a:endParaRPr lang="en-US"/>
        </a:p>
      </dgm:t>
    </dgm:pt>
    <dgm:pt modelId="{6DE54D76-A162-4F44-97C5-493B230DF3C0}" type="sibTrans" cxnId="{FA2CCDFA-5C33-4E6E-B10F-A154B5E98700}">
      <dgm:prSet/>
      <dgm:spPr/>
      <dgm:t>
        <a:bodyPr/>
        <a:lstStyle/>
        <a:p>
          <a:endParaRPr lang="en-US"/>
        </a:p>
      </dgm:t>
    </dgm:pt>
    <dgm:pt modelId="{106281D9-2B6A-473C-AD1E-9B7AC883A96D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View all bookings</a:t>
          </a:r>
        </a:p>
      </dgm:t>
    </dgm:pt>
    <dgm:pt modelId="{307B818F-29F9-4EF1-81AD-4230E7050298}" type="parTrans" cxnId="{F493D94B-A607-4263-A5BE-4D33729AE4ED}">
      <dgm:prSet/>
      <dgm:spPr/>
      <dgm:t>
        <a:bodyPr/>
        <a:lstStyle/>
        <a:p>
          <a:endParaRPr lang="en-US"/>
        </a:p>
      </dgm:t>
    </dgm:pt>
    <dgm:pt modelId="{467F24C9-DD79-4A73-880C-5B526F79A098}" type="sibTrans" cxnId="{F493D94B-A607-4263-A5BE-4D33729AE4ED}">
      <dgm:prSet/>
      <dgm:spPr/>
      <dgm:t>
        <a:bodyPr/>
        <a:lstStyle/>
        <a:p>
          <a:endParaRPr lang="en-US"/>
        </a:p>
      </dgm:t>
    </dgm:pt>
    <dgm:pt modelId="{699BC0CF-4DDD-4B69-8826-383609631074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Search</a:t>
          </a:r>
        </a:p>
      </dgm:t>
    </dgm:pt>
    <dgm:pt modelId="{97717F8C-1353-403D-9141-1D0F779CF4AB}" type="parTrans" cxnId="{3A975514-A8BA-4A8F-B81C-D740AB475706}">
      <dgm:prSet/>
      <dgm:spPr/>
      <dgm:t>
        <a:bodyPr/>
        <a:lstStyle/>
        <a:p>
          <a:endParaRPr lang="en-US"/>
        </a:p>
      </dgm:t>
    </dgm:pt>
    <dgm:pt modelId="{178AFC83-0B1F-49BF-8F4D-B5D9E080FFD5}" type="sibTrans" cxnId="{3A975514-A8BA-4A8F-B81C-D740AB475706}">
      <dgm:prSet/>
      <dgm:spPr/>
      <dgm:t>
        <a:bodyPr/>
        <a:lstStyle/>
        <a:p>
          <a:endParaRPr lang="en-US"/>
        </a:p>
      </dgm:t>
    </dgm:pt>
    <dgm:pt modelId="{83FA035C-F01D-4664-A457-E8C1A1AF1FAB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Search bookings</a:t>
          </a:r>
        </a:p>
      </dgm:t>
    </dgm:pt>
    <dgm:pt modelId="{95343695-9AA3-406B-A8E8-A5312AFEDD9B}" type="parTrans" cxnId="{45E3767C-507B-46F4-B6E6-FAF8A33880EC}">
      <dgm:prSet/>
      <dgm:spPr/>
      <dgm:t>
        <a:bodyPr/>
        <a:lstStyle/>
        <a:p>
          <a:endParaRPr lang="en-US"/>
        </a:p>
      </dgm:t>
    </dgm:pt>
    <dgm:pt modelId="{73100065-FCFD-4FB5-9EE5-5526BF407E94}" type="sibTrans" cxnId="{45E3767C-507B-46F4-B6E6-FAF8A33880EC}">
      <dgm:prSet/>
      <dgm:spPr/>
      <dgm:t>
        <a:bodyPr/>
        <a:lstStyle/>
        <a:p>
          <a:endParaRPr lang="en-US"/>
        </a:p>
      </dgm:t>
    </dgm:pt>
    <dgm:pt modelId="{3CF5300B-E7BA-48A8-990B-581A20467262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Booking</a:t>
          </a:r>
        </a:p>
      </dgm:t>
    </dgm:pt>
    <dgm:pt modelId="{88E372F6-973A-487B-93D6-634AD08364CE}" type="parTrans" cxnId="{77FEFF64-F674-4FF5-B5A8-43E92EB169AA}">
      <dgm:prSet/>
      <dgm:spPr/>
      <dgm:t>
        <a:bodyPr/>
        <a:lstStyle/>
        <a:p>
          <a:endParaRPr lang="en-US"/>
        </a:p>
      </dgm:t>
    </dgm:pt>
    <dgm:pt modelId="{3F95A79A-B045-4BC0-989F-5465F7E97254}" type="sibTrans" cxnId="{77FEFF64-F674-4FF5-B5A8-43E92EB169AA}">
      <dgm:prSet/>
      <dgm:spPr/>
      <dgm:t>
        <a:bodyPr/>
        <a:lstStyle/>
        <a:p>
          <a:endParaRPr lang="en-US"/>
        </a:p>
      </dgm:t>
    </dgm:pt>
    <dgm:pt modelId="{5B5E1014-E884-4DED-816D-36DFCDAB30F8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Cancel booking</a:t>
          </a:r>
        </a:p>
      </dgm:t>
    </dgm:pt>
    <dgm:pt modelId="{9D65C5C6-0920-4EEB-ADF0-A88AA5D7E893}" type="parTrans" cxnId="{E985BCC9-C335-417E-93EE-1F593FDF32D0}">
      <dgm:prSet/>
      <dgm:spPr/>
      <dgm:t>
        <a:bodyPr/>
        <a:lstStyle/>
        <a:p>
          <a:endParaRPr lang="en-US"/>
        </a:p>
      </dgm:t>
    </dgm:pt>
    <dgm:pt modelId="{465D8B86-D2CD-4DE9-A192-9A3CFA42C320}" type="sibTrans" cxnId="{E985BCC9-C335-417E-93EE-1F593FDF32D0}">
      <dgm:prSet/>
      <dgm:spPr/>
      <dgm:t>
        <a:bodyPr/>
        <a:lstStyle/>
        <a:p>
          <a:endParaRPr lang="en-US"/>
        </a:p>
      </dgm:t>
    </dgm:pt>
    <dgm:pt modelId="{657B9195-40D8-4FC1-BA4C-BF109A971199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Sort</a:t>
          </a:r>
        </a:p>
      </dgm:t>
    </dgm:pt>
    <dgm:pt modelId="{6E6E98C9-9AAC-4A13-A200-D453036388C0}" type="parTrans" cxnId="{081C158C-01D6-4E49-869F-AFCEF8D953D8}">
      <dgm:prSet/>
      <dgm:spPr/>
      <dgm:t>
        <a:bodyPr/>
        <a:lstStyle/>
        <a:p>
          <a:endParaRPr lang="en-US"/>
        </a:p>
      </dgm:t>
    </dgm:pt>
    <dgm:pt modelId="{613CE350-F2C2-43AB-98DA-FC73CC8D6D12}" type="sibTrans" cxnId="{081C158C-01D6-4E49-869F-AFCEF8D953D8}">
      <dgm:prSet/>
      <dgm:spPr/>
      <dgm:t>
        <a:bodyPr/>
        <a:lstStyle/>
        <a:p>
          <a:endParaRPr lang="en-US"/>
        </a:p>
      </dgm:t>
    </dgm:pt>
    <dgm:pt modelId="{A566490C-E398-4D52-91F3-C912492E980A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Sort bookings</a:t>
          </a:r>
        </a:p>
      </dgm:t>
    </dgm:pt>
    <dgm:pt modelId="{53092588-A2B7-4441-BD6C-2DFF08FB9405}" type="parTrans" cxnId="{941FE055-D82C-4912-AD8D-49319AE07D61}">
      <dgm:prSet/>
      <dgm:spPr/>
      <dgm:t>
        <a:bodyPr/>
        <a:lstStyle/>
        <a:p>
          <a:endParaRPr lang="en-US"/>
        </a:p>
      </dgm:t>
    </dgm:pt>
    <dgm:pt modelId="{0111BD71-9E42-453C-A3A1-D7FD463A7B0F}" type="sibTrans" cxnId="{941FE055-D82C-4912-AD8D-49319AE07D61}">
      <dgm:prSet/>
      <dgm:spPr/>
      <dgm:t>
        <a:bodyPr/>
        <a:lstStyle/>
        <a:p>
          <a:endParaRPr lang="en-US"/>
        </a:p>
      </dgm:t>
    </dgm:pt>
    <dgm:pt modelId="{EFEAF64A-3FF9-42F9-99CB-C0993E8A77C9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Check</a:t>
          </a:r>
        </a:p>
      </dgm:t>
    </dgm:pt>
    <dgm:pt modelId="{6485AA80-59D4-4B8E-8409-97B6C040E038}" type="parTrans" cxnId="{5F451234-C463-4867-833A-41C4E30B4F42}">
      <dgm:prSet/>
      <dgm:spPr/>
      <dgm:t>
        <a:bodyPr/>
        <a:lstStyle/>
        <a:p>
          <a:endParaRPr lang="en-US"/>
        </a:p>
      </dgm:t>
    </dgm:pt>
    <dgm:pt modelId="{7B62B695-A255-4BE6-A4DC-07DD1F825524}" type="sibTrans" cxnId="{5F451234-C463-4867-833A-41C4E30B4F42}">
      <dgm:prSet/>
      <dgm:spPr/>
      <dgm:t>
        <a:bodyPr/>
        <a:lstStyle/>
        <a:p>
          <a:endParaRPr lang="en-US"/>
        </a:p>
      </dgm:t>
    </dgm:pt>
    <dgm:pt modelId="{D320A978-1777-4BE0-BA85-09DF1044F14B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Check fee structure</a:t>
          </a:r>
        </a:p>
      </dgm:t>
    </dgm:pt>
    <dgm:pt modelId="{B79FD5D9-E3B9-42A1-8606-BC725924CB6A}" type="parTrans" cxnId="{C02441EA-46D5-4028-9A57-77733D53D196}">
      <dgm:prSet/>
      <dgm:spPr/>
      <dgm:t>
        <a:bodyPr/>
        <a:lstStyle/>
        <a:p>
          <a:endParaRPr lang="en-US"/>
        </a:p>
      </dgm:t>
    </dgm:pt>
    <dgm:pt modelId="{0C39320C-100F-4132-B657-585DCC64E7F3}" type="sibTrans" cxnId="{C02441EA-46D5-4028-9A57-77733D53D196}">
      <dgm:prSet/>
      <dgm:spPr/>
      <dgm:t>
        <a:bodyPr/>
        <a:lstStyle/>
        <a:p>
          <a:endParaRPr lang="en-US"/>
        </a:p>
      </dgm:t>
    </dgm:pt>
    <dgm:pt modelId="{B6F08C9F-3462-4646-9F3E-0C76809AFF43}" type="pres">
      <dgm:prSet presAssocID="{C649CEFD-2F3E-4AB2-9E6B-DC3760709ED4}" presName="linearFlow" presStyleCnt="0">
        <dgm:presLayoutVars>
          <dgm:dir/>
          <dgm:animLvl val="lvl"/>
          <dgm:resizeHandles val="exact"/>
        </dgm:presLayoutVars>
      </dgm:prSet>
      <dgm:spPr/>
    </dgm:pt>
    <dgm:pt modelId="{9DA49D5A-D865-4F7C-B89C-C768C958C20F}" type="pres">
      <dgm:prSet presAssocID="{CC72D054-92C0-4809-A623-F9502C84809D}" presName="composite" presStyleCnt="0"/>
      <dgm:spPr/>
    </dgm:pt>
    <dgm:pt modelId="{4A30574F-3BDC-495F-8EDF-3998A24E906B}" type="pres">
      <dgm:prSet presAssocID="{CC72D054-92C0-4809-A623-F9502C84809D}" presName="parentText" presStyleLbl="alignNode1" presStyleIdx="0" presStyleCnt="6">
        <dgm:presLayoutVars>
          <dgm:chMax val="1"/>
          <dgm:bulletEnabled val="1"/>
        </dgm:presLayoutVars>
      </dgm:prSet>
      <dgm:spPr/>
    </dgm:pt>
    <dgm:pt modelId="{D16D0435-BC9B-483F-A1B4-52A24C1D19D3}" type="pres">
      <dgm:prSet presAssocID="{CC72D054-92C0-4809-A623-F9502C84809D}" presName="descendantText" presStyleLbl="alignAcc1" presStyleIdx="0" presStyleCnt="6">
        <dgm:presLayoutVars>
          <dgm:bulletEnabled val="1"/>
        </dgm:presLayoutVars>
      </dgm:prSet>
      <dgm:spPr/>
    </dgm:pt>
    <dgm:pt modelId="{88BE45DA-92BF-42A3-B6D4-0474F2296611}" type="pres">
      <dgm:prSet presAssocID="{05960C48-1754-4D23-9044-3A18A5F8DF11}" presName="sp" presStyleCnt="0"/>
      <dgm:spPr/>
    </dgm:pt>
    <dgm:pt modelId="{C403D0EE-EC5D-41DC-A998-FAB7345E4968}" type="pres">
      <dgm:prSet presAssocID="{93C88C8B-30AE-4819-BD8A-8CEF065BFF8B}" presName="composite" presStyleCnt="0"/>
      <dgm:spPr/>
    </dgm:pt>
    <dgm:pt modelId="{199D5625-B215-4296-B24F-72C3E80F9F0F}" type="pres">
      <dgm:prSet presAssocID="{93C88C8B-30AE-4819-BD8A-8CEF065BFF8B}" presName="parentText" presStyleLbl="alignNode1" presStyleIdx="1" presStyleCnt="6">
        <dgm:presLayoutVars>
          <dgm:chMax val="1"/>
          <dgm:bulletEnabled val="1"/>
        </dgm:presLayoutVars>
      </dgm:prSet>
      <dgm:spPr/>
    </dgm:pt>
    <dgm:pt modelId="{51522500-0667-4BA3-B719-852FCBF84ADF}" type="pres">
      <dgm:prSet presAssocID="{93C88C8B-30AE-4819-BD8A-8CEF065BFF8B}" presName="descendantText" presStyleLbl="alignAcc1" presStyleIdx="1" presStyleCnt="6">
        <dgm:presLayoutVars>
          <dgm:bulletEnabled val="1"/>
        </dgm:presLayoutVars>
      </dgm:prSet>
      <dgm:spPr/>
    </dgm:pt>
    <dgm:pt modelId="{0F8EB4C9-9199-4D14-B095-622AC98B3037}" type="pres">
      <dgm:prSet presAssocID="{6DE54D76-A162-4F44-97C5-493B230DF3C0}" presName="sp" presStyleCnt="0"/>
      <dgm:spPr/>
    </dgm:pt>
    <dgm:pt modelId="{0E95D32D-BC03-45EE-B3B8-D4527844CA96}" type="pres">
      <dgm:prSet presAssocID="{699BC0CF-4DDD-4B69-8826-383609631074}" presName="composite" presStyleCnt="0"/>
      <dgm:spPr/>
    </dgm:pt>
    <dgm:pt modelId="{2DD66D82-F1D5-4889-9E41-C69D218899A8}" type="pres">
      <dgm:prSet presAssocID="{699BC0CF-4DDD-4B69-8826-383609631074}" presName="parentText" presStyleLbl="alignNode1" presStyleIdx="2" presStyleCnt="6">
        <dgm:presLayoutVars>
          <dgm:chMax val="1"/>
          <dgm:bulletEnabled val="1"/>
        </dgm:presLayoutVars>
      </dgm:prSet>
      <dgm:spPr/>
    </dgm:pt>
    <dgm:pt modelId="{A6442C46-937C-43F8-8DED-1D67ABBC3568}" type="pres">
      <dgm:prSet presAssocID="{699BC0CF-4DDD-4B69-8826-383609631074}" presName="descendantText" presStyleLbl="alignAcc1" presStyleIdx="2" presStyleCnt="6">
        <dgm:presLayoutVars>
          <dgm:bulletEnabled val="1"/>
        </dgm:presLayoutVars>
      </dgm:prSet>
      <dgm:spPr/>
    </dgm:pt>
    <dgm:pt modelId="{54A9AA56-AC5D-42B4-8C50-7B6D1A5A8122}" type="pres">
      <dgm:prSet presAssocID="{178AFC83-0B1F-49BF-8F4D-B5D9E080FFD5}" presName="sp" presStyleCnt="0"/>
      <dgm:spPr/>
    </dgm:pt>
    <dgm:pt modelId="{6BBF5916-34F3-4060-B26D-86BC62D15FA7}" type="pres">
      <dgm:prSet presAssocID="{3CF5300B-E7BA-48A8-990B-581A20467262}" presName="composite" presStyleCnt="0"/>
      <dgm:spPr/>
    </dgm:pt>
    <dgm:pt modelId="{83138FC3-CD96-469F-A58E-1F496611613E}" type="pres">
      <dgm:prSet presAssocID="{3CF5300B-E7BA-48A8-990B-581A20467262}" presName="parentText" presStyleLbl="alignNode1" presStyleIdx="3" presStyleCnt="6">
        <dgm:presLayoutVars>
          <dgm:chMax val="1"/>
          <dgm:bulletEnabled val="1"/>
        </dgm:presLayoutVars>
      </dgm:prSet>
      <dgm:spPr/>
    </dgm:pt>
    <dgm:pt modelId="{D0ED2D44-A732-4AB8-8014-49869A1A9CAE}" type="pres">
      <dgm:prSet presAssocID="{3CF5300B-E7BA-48A8-990B-581A20467262}" presName="descendantText" presStyleLbl="alignAcc1" presStyleIdx="3" presStyleCnt="6">
        <dgm:presLayoutVars>
          <dgm:bulletEnabled val="1"/>
        </dgm:presLayoutVars>
      </dgm:prSet>
      <dgm:spPr/>
    </dgm:pt>
    <dgm:pt modelId="{F525FDB3-B896-46CF-9D8A-7057F5C5C2A2}" type="pres">
      <dgm:prSet presAssocID="{3F95A79A-B045-4BC0-989F-5465F7E97254}" presName="sp" presStyleCnt="0"/>
      <dgm:spPr/>
    </dgm:pt>
    <dgm:pt modelId="{CFCF2C17-CDA4-494D-89A5-4AE642EEA570}" type="pres">
      <dgm:prSet presAssocID="{657B9195-40D8-4FC1-BA4C-BF109A971199}" presName="composite" presStyleCnt="0"/>
      <dgm:spPr/>
    </dgm:pt>
    <dgm:pt modelId="{15C06CE8-0CE0-43E6-BCF5-EAB149CEE3E1}" type="pres">
      <dgm:prSet presAssocID="{657B9195-40D8-4FC1-BA4C-BF109A971199}" presName="parentText" presStyleLbl="alignNode1" presStyleIdx="4" presStyleCnt="6">
        <dgm:presLayoutVars>
          <dgm:chMax val="1"/>
          <dgm:bulletEnabled val="1"/>
        </dgm:presLayoutVars>
      </dgm:prSet>
      <dgm:spPr/>
    </dgm:pt>
    <dgm:pt modelId="{260FF040-8079-43BA-A97A-E4023A569237}" type="pres">
      <dgm:prSet presAssocID="{657B9195-40D8-4FC1-BA4C-BF109A971199}" presName="descendantText" presStyleLbl="alignAcc1" presStyleIdx="4" presStyleCnt="6">
        <dgm:presLayoutVars>
          <dgm:bulletEnabled val="1"/>
        </dgm:presLayoutVars>
      </dgm:prSet>
      <dgm:spPr/>
    </dgm:pt>
    <dgm:pt modelId="{34559C69-6B6D-41A6-AC1D-1C67ED417CB2}" type="pres">
      <dgm:prSet presAssocID="{613CE350-F2C2-43AB-98DA-FC73CC8D6D12}" presName="sp" presStyleCnt="0"/>
      <dgm:spPr/>
    </dgm:pt>
    <dgm:pt modelId="{134EA200-0751-4CA1-B822-930F34DBDD01}" type="pres">
      <dgm:prSet presAssocID="{EFEAF64A-3FF9-42F9-99CB-C0993E8A77C9}" presName="composite" presStyleCnt="0"/>
      <dgm:spPr/>
    </dgm:pt>
    <dgm:pt modelId="{9E2FF60C-35CD-476C-8BDD-087685173ACC}" type="pres">
      <dgm:prSet presAssocID="{EFEAF64A-3FF9-42F9-99CB-C0993E8A77C9}" presName="parentText" presStyleLbl="alignNode1" presStyleIdx="5" presStyleCnt="6">
        <dgm:presLayoutVars>
          <dgm:chMax val="1"/>
          <dgm:bulletEnabled val="1"/>
        </dgm:presLayoutVars>
      </dgm:prSet>
      <dgm:spPr/>
    </dgm:pt>
    <dgm:pt modelId="{22E1F36C-FB0C-40AB-A449-13F23EB33CA9}" type="pres">
      <dgm:prSet presAssocID="{EFEAF64A-3FF9-42F9-99CB-C0993E8A77C9}" presName="descendantText" presStyleLbl="alignAcc1" presStyleIdx="5" presStyleCnt="6">
        <dgm:presLayoutVars>
          <dgm:bulletEnabled val="1"/>
        </dgm:presLayoutVars>
      </dgm:prSet>
      <dgm:spPr/>
    </dgm:pt>
  </dgm:ptLst>
  <dgm:cxnLst>
    <dgm:cxn modelId="{5547790B-E11E-4519-9824-5BAE6D30D4C3}" type="presOf" srcId="{ED47B8FB-6CA5-4B9D-88B0-497E79ACBFF1}" destId="{D16D0435-BC9B-483F-A1B4-52A24C1D19D3}" srcOrd="0" destOrd="0" presId="urn:microsoft.com/office/officeart/2005/8/layout/chevron2"/>
    <dgm:cxn modelId="{3A975514-A8BA-4A8F-B81C-D740AB475706}" srcId="{C649CEFD-2F3E-4AB2-9E6B-DC3760709ED4}" destId="{699BC0CF-4DDD-4B69-8826-383609631074}" srcOrd="2" destOrd="0" parTransId="{97717F8C-1353-403D-9141-1D0F779CF4AB}" sibTransId="{178AFC83-0B1F-49BF-8F4D-B5D9E080FFD5}"/>
    <dgm:cxn modelId="{BB915E17-0498-4A80-852C-A994C488B4AE}" type="presOf" srcId="{657B9195-40D8-4FC1-BA4C-BF109A971199}" destId="{15C06CE8-0CE0-43E6-BCF5-EAB149CEE3E1}" srcOrd="0" destOrd="0" presId="urn:microsoft.com/office/officeart/2005/8/layout/chevron2"/>
    <dgm:cxn modelId="{391BFB17-9B16-4936-90BF-A6C788185BA0}" srcId="{CC72D054-92C0-4809-A623-F9502C84809D}" destId="{ED47B8FB-6CA5-4B9D-88B0-497E79ACBFF1}" srcOrd="0" destOrd="0" parTransId="{981A11CE-5A1F-4305-8EBC-61EDDBE420AA}" sibTransId="{D16245EF-92C3-4F12-B6A9-E05B776A0A84}"/>
    <dgm:cxn modelId="{AFC69C18-C7FB-4E55-9F93-7DEA6A514490}" type="presOf" srcId="{CC72D054-92C0-4809-A623-F9502C84809D}" destId="{4A30574F-3BDC-495F-8EDF-3998A24E906B}" srcOrd="0" destOrd="0" presId="urn:microsoft.com/office/officeart/2005/8/layout/chevron2"/>
    <dgm:cxn modelId="{E9FE271F-E56C-4F98-892B-977F16EA167B}" type="presOf" srcId="{C649CEFD-2F3E-4AB2-9E6B-DC3760709ED4}" destId="{B6F08C9F-3462-4646-9F3E-0C76809AFF43}" srcOrd="0" destOrd="0" presId="urn:microsoft.com/office/officeart/2005/8/layout/chevron2"/>
    <dgm:cxn modelId="{5F451234-C463-4867-833A-41C4E30B4F42}" srcId="{C649CEFD-2F3E-4AB2-9E6B-DC3760709ED4}" destId="{EFEAF64A-3FF9-42F9-99CB-C0993E8A77C9}" srcOrd="5" destOrd="0" parTransId="{6485AA80-59D4-4B8E-8409-97B6C040E038}" sibTransId="{7B62B695-A255-4BE6-A4DC-07DD1F825524}"/>
    <dgm:cxn modelId="{77FEFF64-F674-4FF5-B5A8-43E92EB169AA}" srcId="{C649CEFD-2F3E-4AB2-9E6B-DC3760709ED4}" destId="{3CF5300B-E7BA-48A8-990B-581A20467262}" srcOrd="3" destOrd="0" parTransId="{88E372F6-973A-487B-93D6-634AD08364CE}" sibTransId="{3F95A79A-B045-4BC0-989F-5465F7E97254}"/>
    <dgm:cxn modelId="{F493D94B-A607-4263-A5BE-4D33729AE4ED}" srcId="{93C88C8B-30AE-4819-BD8A-8CEF065BFF8B}" destId="{106281D9-2B6A-473C-AD1E-9B7AC883A96D}" srcOrd="0" destOrd="0" parTransId="{307B818F-29F9-4EF1-81AD-4230E7050298}" sibTransId="{467F24C9-DD79-4A73-880C-5B526F79A098}"/>
    <dgm:cxn modelId="{911BF24E-E0E4-47A1-AFCE-CECC8D84C383}" type="presOf" srcId="{106281D9-2B6A-473C-AD1E-9B7AC883A96D}" destId="{51522500-0667-4BA3-B719-852FCBF84ADF}" srcOrd="0" destOrd="0" presId="urn:microsoft.com/office/officeart/2005/8/layout/chevron2"/>
    <dgm:cxn modelId="{EB6E9750-1A22-4E04-9EA3-B074EB608378}" type="presOf" srcId="{5B5E1014-E884-4DED-816D-36DFCDAB30F8}" destId="{D0ED2D44-A732-4AB8-8014-49869A1A9CAE}" srcOrd="0" destOrd="0" presId="urn:microsoft.com/office/officeart/2005/8/layout/chevron2"/>
    <dgm:cxn modelId="{D120E071-B7D5-401E-8E6A-E85CC5F3D223}" type="presOf" srcId="{93C88C8B-30AE-4819-BD8A-8CEF065BFF8B}" destId="{199D5625-B215-4296-B24F-72C3E80F9F0F}" srcOrd="0" destOrd="0" presId="urn:microsoft.com/office/officeart/2005/8/layout/chevron2"/>
    <dgm:cxn modelId="{941FE055-D82C-4912-AD8D-49319AE07D61}" srcId="{657B9195-40D8-4FC1-BA4C-BF109A971199}" destId="{A566490C-E398-4D52-91F3-C912492E980A}" srcOrd="0" destOrd="0" parTransId="{53092588-A2B7-4441-BD6C-2DFF08FB9405}" sibTransId="{0111BD71-9E42-453C-A3A1-D7FD463A7B0F}"/>
    <dgm:cxn modelId="{B3053B78-0DD6-4E01-B2C9-12DED44AAA35}" type="presOf" srcId="{699BC0CF-4DDD-4B69-8826-383609631074}" destId="{2DD66D82-F1D5-4889-9E41-C69D218899A8}" srcOrd="0" destOrd="0" presId="urn:microsoft.com/office/officeart/2005/8/layout/chevron2"/>
    <dgm:cxn modelId="{45E3767C-507B-46F4-B6E6-FAF8A33880EC}" srcId="{699BC0CF-4DDD-4B69-8826-383609631074}" destId="{83FA035C-F01D-4664-A457-E8C1A1AF1FAB}" srcOrd="0" destOrd="0" parTransId="{95343695-9AA3-406B-A8E8-A5312AFEDD9B}" sibTransId="{73100065-FCFD-4FB5-9EE5-5526BF407E94}"/>
    <dgm:cxn modelId="{6C7AA57F-E6F5-4DC5-8AD7-1B8C5CC9ACAB}" type="presOf" srcId="{EFEAF64A-3FF9-42F9-99CB-C0993E8A77C9}" destId="{9E2FF60C-35CD-476C-8BDD-087685173ACC}" srcOrd="0" destOrd="0" presId="urn:microsoft.com/office/officeart/2005/8/layout/chevron2"/>
    <dgm:cxn modelId="{28749080-213C-4C6B-B6E3-BF47887A6557}" type="presOf" srcId="{83FA035C-F01D-4664-A457-E8C1A1AF1FAB}" destId="{A6442C46-937C-43F8-8DED-1D67ABBC3568}" srcOrd="0" destOrd="0" presId="urn:microsoft.com/office/officeart/2005/8/layout/chevron2"/>
    <dgm:cxn modelId="{081C158C-01D6-4E49-869F-AFCEF8D953D8}" srcId="{C649CEFD-2F3E-4AB2-9E6B-DC3760709ED4}" destId="{657B9195-40D8-4FC1-BA4C-BF109A971199}" srcOrd="4" destOrd="0" parTransId="{6E6E98C9-9AAC-4A13-A200-D453036388C0}" sibTransId="{613CE350-F2C2-43AB-98DA-FC73CC8D6D12}"/>
    <dgm:cxn modelId="{8331F28E-91A6-4F99-9312-EDFE47F24CE2}" type="presOf" srcId="{D320A978-1777-4BE0-BA85-09DF1044F14B}" destId="{22E1F36C-FB0C-40AB-A449-13F23EB33CA9}" srcOrd="0" destOrd="0" presId="urn:microsoft.com/office/officeart/2005/8/layout/chevron2"/>
    <dgm:cxn modelId="{1957939A-3EFA-491A-816C-C2C933518DE6}" srcId="{C649CEFD-2F3E-4AB2-9E6B-DC3760709ED4}" destId="{CC72D054-92C0-4809-A623-F9502C84809D}" srcOrd="0" destOrd="0" parTransId="{4FF20D38-32D5-462B-B9FC-12332C9B8256}" sibTransId="{05960C48-1754-4D23-9044-3A18A5F8DF11}"/>
    <dgm:cxn modelId="{AB2C34B9-CD1D-478E-967A-0FC2E0935DED}" type="presOf" srcId="{3CF5300B-E7BA-48A8-990B-581A20467262}" destId="{83138FC3-CD96-469F-A58E-1F496611613E}" srcOrd="0" destOrd="0" presId="urn:microsoft.com/office/officeart/2005/8/layout/chevron2"/>
    <dgm:cxn modelId="{59FF06C6-F4C2-4802-850C-6DB5A21E9A74}" type="presOf" srcId="{A566490C-E398-4D52-91F3-C912492E980A}" destId="{260FF040-8079-43BA-A97A-E4023A569237}" srcOrd="0" destOrd="0" presId="urn:microsoft.com/office/officeart/2005/8/layout/chevron2"/>
    <dgm:cxn modelId="{E985BCC9-C335-417E-93EE-1F593FDF32D0}" srcId="{3CF5300B-E7BA-48A8-990B-581A20467262}" destId="{5B5E1014-E884-4DED-816D-36DFCDAB30F8}" srcOrd="0" destOrd="0" parTransId="{9D65C5C6-0920-4EEB-ADF0-A88AA5D7E893}" sibTransId="{465D8B86-D2CD-4DE9-A192-9A3CFA42C320}"/>
    <dgm:cxn modelId="{C02441EA-46D5-4028-9A57-77733D53D196}" srcId="{EFEAF64A-3FF9-42F9-99CB-C0993E8A77C9}" destId="{D320A978-1777-4BE0-BA85-09DF1044F14B}" srcOrd="0" destOrd="0" parTransId="{B79FD5D9-E3B9-42A1-8606-BC725924CB6A}" sibTransId="{0C39320C-100F-4132-B657-585DCC64E7F3}"/>
    <dgm:cxn modelId="{FA2CCDFA-5C33-4E6E-B10F-A154B5E98700}" srcId="{C649CEFD-2F3E-4AB2-9E6B-DC3760709ED4}" destId="{93C88C8B-30AE-4819-BD8A-8CEF065BFF8B}" srcOrd="1" destOrd="0" parTransId="{8D8C1714-7B70-4A4B-B0DB-B2CC4757AECF}" sibTransId="{6DE54D76-A162-4F44-97C5-493B230DF3C0}"/>
    <dgm:cxn modelId="{C393E155-6F44-40EB-B03D-0925F5BF1ACA}" type="presParOf" srcId="{B6F08C9F-3462-4646-9F3E-0C76809AFF43}" destId="{9DA49D5A-D865-4F7C-B89C-C768C958C20F}" srcOrd="0" destOrd="0" presId="urn:microsoft.com/office/officeart/2005/8/layout/chevron2"/>
    <dgm:cxn modelId="{8A21F76F-D18B-4182-93CC-34C40E5F7EAD}" type="presParOf" srcId="{9DA49D5A-D865-4F7C-B89C-C768C958C20F}" destId="{4A30574F-3BDC-495F-8EDF-3998A24E906B}" srcOrd="0" destOrd="0" presId="urn:microsoft.com/office/officeart/2005/8/layout/chevron2"/>
    <dgm:cxn modelId="{649191EC-E966-4BE2-90DA-C905FBC82FDB}" type="presParOf" srcId="{9DA49D5A-D865-4F7C-B89C-C768C958C20F}" destId="{D16D0435-BC9B-483F-A1B4-52A24C1D19D3}" srcOrd="1" destOrd="0" presId="urn:microsoft.com/office/officeart/2005/8/layout/chevron2"/>
    <dgm:cxn modelId="{983034B7-0953-4DBE-A746-B2E98C6C5033}" type="presParOf" srcId="{B6F08C9F-3462-4646-9F3E-0C76809AFF43}" destId="{88BE45DA-92BF-42A3-B6D4-0474F2296611}" srcOrd="1" destOrd="0" presId="urn:microsoft.com/office/officeart/2005/8/layout/chevron2"/>
    <dgm:cxn modelId="{E53A9635-9061-465E-8509-A50702404EC6}" type="presParOf" srcId="{B6F08C9F-3462-4646-9F3E-0C76809AFF43}" destId="{C403D0EE-EC5D-41DC-A998-FAB7345E4968}" srcOrd="2" destOrd="0" presId="urn:microsoft.com/office/officeart/2005/8/layout/chevron2"/>
    <dgm:cxn modelId="{C1BCC14B-60F4-47FB-9CC1-4D1DD082ED10}" type="presParOf" srcId="{C403D0EE-EC5D-41DC-A998-FAB7345E4968}" destId="{199D5625-B215-4296-B24F-72C3E80F9F0F}" srcOrd="0" destOrd="0" presId="urn:microsoft.com/office/officeart/2005/8/layout/chevron2"/>
    <dgm:cxn modelId="{57CCAA71-2F83-4E8A-B9B4-6D9E8600F83B}" type="presParOf" srcId="{C403D0EE-EC5D-41DC-A998-FAB7345E4968}" destId="{51522500-0667-4BA3-B719-852FCBF84ADF}" srcOrd="1" destOrd="0" presId="urn:microsoft.com/office/officeart/2005/8/layout/chevron2"/>
    <dgm:cxn modelId="{F6BC8883-71CF-4C4D-AA02-5D63686D48D3}" type="presParOf" srcId="{B6F08C9F-3462-4646-9F3E-0C76809AFF43}" destId="{0F8EB4C9-9199-4D14-B095-622AC98B3037}" srcOrd="3" destOrd="0" presId="urn:microsoft.com/office/officeart/2005/8/layout/chevron2"/>
    <dgm:cxn modelId="{246D27A0-34B9-4812-98EC-4DA14E7244E8}" type="presParOf" srcId="{B6F08C9F-3462-4646-9F3E-0C76809AFF43}" destId="{0E95D32D-BC03-45EE-B3B8-D4527844CA96}" srcOrd="4" destOrd="0" presId="urn:microsoft.com/office/officeart/2005/8/layout/chevron2"/>
    <dgm:cxn modelId="{28FCDBA1-D41D-48DC-9F82-A5A2E789E749}" type="presParOf" srcId="{0E95D32D-BC03-45EE-B3B8-D4527844CA96}" destId="{2DD66D82-F1D5-4889-9E41-C69D218899A8}" srcOrd="0" destOrd="0" presId="urn:microsoft.com/office/officeart/2005/8/layout/chevron2"/>
    <dgm:cxn modelId="{8B92782B-B238-49EC-8F0B-C3B35ECA49B4}" type="presParOf" srcId="{0E95D32D-BC03-45EE-B3B8-D4527844CA96}" destId="{A6442C46-937C-43F8-8DED-1D67ABBC3568}" srcOrd="1" destOrd="0" presId="urn:microsoft.com/office/officeart/2005/8/layout/chevron2"/>
    <dgm:cxn modelId="{BD38A357-3D96-4511-ADC5-EE5EE074C602}" type="presParOf" srcId="{B6F08C9F-3462-4646-9F3E-0C76809AFF43}" destId="{54A9AA56-AC5D-42B4-8C50-7B6D1A5A8122}" srcOrd="5" destOrd="0" presId="urn:microsoft.com/office/officeart/2005/8/layout/chevron2"/>
    <dgm:cxn modelId="{4DC9A907-4DF7-4C4D-830A-CA536776D9C5}" type="presParOf" srcId="{B6F08C9F-3462-4646-9F3E-0C76809AFF43}" destId="{6BBF5916-34F3-4060-B26D-86BC62D15FA7}" srcOrd="6" destOrd="0" presId="urn:microsoft.com/office/officeart/2005/8/layout/chevron2"/>
    <dgm:cxn modelId="{4599B1C6-1AF0-4249-86A7-78CAB0F8813E}" type="presParOf" srcId="{6BBF5916-34F3-4060-B26D-86BC62D15FA7}" destId="{83138FC3-CD96-469F-A58E-1F496611613E}" srcOrd="0" destOrd="0" presId="urn:microsoft.com/office/officeart/2005/8/layout/chevron2"/>
    <dgm:cxn modelId="{F9C9C9E0-7929-4619-8059-026EE65C6356}" type="presParOf" srcId="{6BBF5916-34F3-4060-B26D-86BC62D15FA7}" destId="{D0ED2D44-A732-4AB8-8014-49869A1A9CAE}" srcOrd="1" destOrd="0" presId="urn:microsoft.com/office/officeart/2005/8/layout/chevron2"/>
    <dgm:cxn modelId="{BAF54CFE-CD0C-41C0-AA40-0D93032457A9}" type="presParOf" srcId="{B6F08C9F-3462-4646-9F3E-0C76809AFF43}" destId="{F525FDB3-B896-46CF-9D8A-7057F5C5C2A2}" srcOrd="7" destOrd="0" presId="urn:microsoft.com/office/officeart/2005/8/layout/chevron2"/>
    <dgm:cxn modelId="{EB6A0053-FBDE-4906-8D8F-CE1E3232B2D1}" type="presParOf" srcId="{B6F08C9F-3462-4646-9F3E-0C76809AFF43}" destId="{CFCF2C17-CDA4-494D-89A5-4AE642EEA570}" srcOrd="8" destOrd="0" presId="urn:microsoft.com/office/officeart/2005/8/layout/chevron2"/>
    <dgm:cxn modelId="{6A5DCAF2-A7D6-427A-BDA0-4FA44516176A}" type="presParOf" srcId="{CFCF2C17-CDA4-494D-89A5-4AE642EEA570}" destId="{15C06CE8-0CE0-43E6-BCF5-EAB149CEE3E1}" srcOrd="0" destOrd="0" presId="urn:microsoft.com/office/officeart/2005/8/layout/chevron2"/>
    <dgm:cxn modelId="{980CE861-DD98-48C1-BE8B-8E4A0E484DF7}" type="presParOf" srcId="{CFCF2C17-CDA4-494D-89A5-4AE642EEA570}" destId="{260FF040-8079-43BA-A97A-E4023A569237}" srcOrd="1" destOrd="0" presId="urn:microsoft.com/office/officeart/2005/8/layout/chevron2"/>
    <dgm:cxn modelId="{29571230-5E4E-4C46-9387-677F9BB9CD30}" type="presParOf" srcId="{B6F08C9F-3462-4646-9F3E-0C76809AFF43}" destId="{34559C69-6B6D-41A6-AC1D-1C67ED417CB2}" srcOrd="9" destOrd="0" presId="urn:microsoft.com/office/officeart/2005/8/layout/chevron2"/>
    <dgm:cxn modelId="{B93F5048-6929-4B02-9F8A-CD2459E024DC}" type="presParOf" srcId="{B6F08C9F-3462-4646-9F3E-0C76809AFF43}" destId="{134EA200-0751-4CA1-B822-930F34DBDD01}" srcOrd="10" destOrd="0" presId="urn:microsoft.com/office/officeart/2005/8/layout/chevron2"/>
    <dgm:cxn modelId="{2B593993-2090-4CC3-A5AC-3A9D37E68927}" type="presParOf" srcId="{134EA200-0751-4CA1-B822-930F34DBDD01}" destId="{9E2FF60C-35CD-476C-8BDD-087685173ACC}" srcOrd="0" destOrd="0" presId="urn:microsoft.com/office/officeart/2005/8/layout/chevron2"/>
    <dgm:cxn modelId="{031C3060-593A-4FD6-AAFF-CF7CF2E70222}" type="presParOf" srcId="{134EA200-0751-4CA1-B822-930F34DBDD01}" destId="{22E1F36C-FB0C-40AB-A449-13F23EB33CA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90544B2-5D06-4FED-A328-BDC05C11DA2E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46566F4-C4CE-4FD5-A9D1-088B4382F7EA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ID: 1234 | Name: Ali | Game: Cricket</a:t>
          </a:r>
        </a:p>
      </dgm:t>
    </dgm:pt>
    <dgm:pt modelId="{806B2647-2626-41B4-89AC-93969EDB2C60}" type="parTrans" cxnId="{D497C0AA-1BCF-474C-B8C9-535CBCEC70B2}">
      <dgm:prSet/>
      <dgm:spPr/>
      <dgm:t>
        <a:bodyPr/>
        <a:lstStyle/>
        <a:p>
          <a:endParaRPr lang="en-US"/>
        </a:p>
      </dgm:t>
    </dgm:pt>
    <dgm:pt modelId="{EB59D990-0724-426C-96FE-521F1F5E09D9}" type="sibTrans" cxnId="{D497C0AA-1BCF-474C-B8C9-535CBCEC70B2}">
      <dgm:prSet/>
      <dgm:spPr/>
      <dgm:t>
        <a:bodyPr/>
        <a:lstStyle/>
        <a:p>
          <a:endParaRPr lang="en-US"/>
        </a:p>
      </dgm:t>
    </dgm:pt>
    <dgm:pt modelId="{30F73AB0-64C5-46F0-A5B7-3A18FE7E139F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Time: 10–12 | Fee: 1400 | Date: 2025-11-03</a:t>
          </a:r>
        </a:p>
      </dgm:t>
    </dgm:pt>
    <dgm:pt modelId="{C2854D98-6D1F-4B22-BC7F-3270C7942A4D}" type="parTrans" cxnId="{C490E660-5FAD-4834-B8D4-3F8F3E44A026}">
      <dgm:prSet/>
      <dgm:spPr/>
      <dgm:t>
        <a:bodyPr/>
        <a:lstStyle/>
        <a:p>
          <a:endParaRPr lang="en-US"/>
        </a:p>
      </dgm:t>
    </dgm:pt>
    <dgm:pt modelId="{E9030E84-AF64-4D4C-B2B1-C0B29DC02D0D}" type="sibTrans" cxnId="{C490E660-5FAD-4834-B8D4-3F8F3E44A026}">
      <dgm:prSet/>
      <dgm:spPr/>
      <dgm:t>
        <a:bodyPr/>
        <a:lstStyle/>
        <a:p>
          <a:endParaRPr lang="en-US"/>
        </a:p>
      </dgm:t>
    </dgm:pt>
    <dgm:pt modelId="{61FC27EB-7317-405B-B596-24F1FD9E960B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Each record is printed like this.</a:t>
          </a:r>
        </a:p>
      </dgm:t>
    </dgm:pt>
    <dgm:pt modelId="{608E20CA-BDDE-4162-A56C-E8B29E6ABADE}" type="parTrans" cxnId="{FAECE256-E7EB-42D2-9F36-9AA04915CBE0}">
      <dgm:prSet/>
      <dgm:spPr/>
      <dgm:t>
        <a:bodyPr/>
        <a:lstStyle/>
        <a:p>
          <a:endParaRPr lang="en-US"/>
        </a:p>
      </dgm:t>
    </dgm:pt>
    <dgm:pt modelId="{51AEA9B7-1DAD-44B1-A98D-BABE7EF87FB4}" type="sibTrans" cxnId="{FAECE256-E7EB-42D2-9F36-9AA04915CBE0}">
      <dgm:prSet/>
      <dgm:spPr/>
      <dgm:t>
        <a:bodyPr/>
        <a:lstStyle/>
        <a:p>
          <a:endParaRPr lang="en-US"/>
        </a:p>
      </dgm:t>
    </dgm:pt>
    <dgm:pt modelId="{645B57C4-5FE8-4C1C-9CD0-8F932DB47DBB}" type="pres">
      <dgm:prSet presAssocID="{090544B2-5D06-4FED-A328-BDC05C11DA2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7F3C931-4EBF-486C-838B-E8E185CC6BE0}" type="pres">
      <dgm:prSet presAssocID="{D46566F4-C4CE-4FD5-A9D1-088B4382F7EA}" presName="hierRoot1" presStyleCnt="0"/>
      <dgm:spPr/>
    </dgm:pt>
    <dgm:pt modelId="{21561FF4-E98A-4D8C-A52E-014481AEE503}" type="pres">
      <dgm:prSet presAssocID="{D46566F4-C4CE-4FD5-A9D1-088B4382F7EA}" presName="composite" presStyleCnt="0"/>
      <dgm:spPr/>
    </dgm:pt>
    <dgm:pt modelId="{A63A8DFC-86D3-46CD-83E3-B9F88228A331}" type="pres">
      <dgm:prSet presAssocID="{D46566F4-C4CE-4FD5-A9D1-088B4382F7EA}" presName="background" presStyleLbl="node0" presStyleIdx="0" presStyleCnt="3"/>
      <dgm:spPr/>
    </dgm:pt>
    <dgm:pt modelId="{785AEA24-AFC1-49C2-924B-E035081BA443}" type="pres">
      <dgm:prSet presAssocID="{D46566F4-C4CE-4FD5-A9D1-088B4382F7EA}" presName="text" presStyleLbl="fgAcc0" presStyleIdx="0" presStyleCnt="3">
        <dgm:presLayoutVars>
          <dgm:chPref val="3"/>
        </dgm:presLayoutVars>
      </dgm:prSet>
      <dgm:spPr/>
    </dgm:pt>
    <dgm:pt modelId="{57D81E06-9AAF-489A-8EC9-35283A577561}" type="pres">
      <dgm:prSet presAssocID="{D46566F4-C4CE-4FD5-A9D1-088B4382F7EA}" presName="hierChild2" presStyleCnt="0"/>
      <dgm:spPr/>
    </dgm:pt>
    <dgm:pt modelId="{D2D2ADB3-005B-443D-8952-BF04C4AE5253}" type="pres">
      <dgm:prSet presAssocID="{30F73AB0-64C5-46F0-A5B7-3A18FE7E139F}" presName="hierRoot1" presStyleCnt="0"/>
      <dgm:spPr/>
    </dgm:pt>
    <dgm:pt modelId="{9739AE22-0A14-4FE9-895E-8199A6CA2C35}" type="pres">
      <dgm:prSet presAssocID="{30F73AB0-64C5-46F0-A5B7-3A18FE7E139F}" presName="composite" presStyleCnt="0"/>
      <dgm:spPr/>
    </dgm:pt>
    <dgm:pt modelId="{3597A9EA-747C-4422-A282-2652B037EDA0}" type="pres">
      <dgm:prSet presAssocID="{30F73AB0-64C5-46F0-A5B7-3A18FE7E139F}" presName="background" presStyleLbl="node0" presStyleIdx="1" presStyleCnt="3"/>
      <dgm:spPr/>
    </dgm:pt>
    <dgm:pt modelId="{04DA95D8-F18B-407D-99D4-FCAE1F81CACF}" type="pres">
      <dgm:prSet presAssocID="{30F73AB0-64C5-46F0-A5B7-3A18FE7E139F}" presName="text" presStyleLbl="fgAcc0" presStyleIdx="1" presStyleCnt="3">
        <dgm:presLayoutVars>
          <dgm:chPref val="3"/>
        </dgm:presLayoutVars>
      </dgm:prSet>
      <dgm:spPr/>
    </dgm:pt>
    <dgm:pt modelId="{74F16E4D-8718-4860-9652-DE0255523430}" type="pres">
      <dgm:prSet presAssocID="{30F73AB0-64C5-46F0-A5B7-3A18FE7E139F}" presName="hierChild2" presStyleCnt="0"/>
      <dgm:spPr/>
    </dgm:pt>
    <dgm:pt modelId="{8188EA85-3F2E-458E-ACCF-EF5C2070EFA4}" type="pres">
      <dgm:prSet presAssocID="{61FC27EB-7317-405B-B596-24F1FD9E960B}" presName="hierRoot1" presStyleCnt="0"/>
      <dgm:spPr/>
    </dgm:pt>
    <dgm:pt modelId="{0CD48CCE-6EB2-4406-AFE3-51558F902B07}" type="pres">
      <dgm:prSet presAssocID="{61FC27EB-7317-405B-B596-24F1FD9E960B}" presName="composite" presStyleCnt="0"/>
      <dgm:spPr/>
    </dgm:pt>
    <dgm:pt modelId="{66479C48-CA43-4B05-932B-83909E575217}" type="pres">
      <dgm:prSet presAssocID="{61FC27EB-7317-405B-B596-24F1FD9E960B}" presName="background" presStyleLbl="node0" presStyleIdx="2" presStyleCnt="3"/>
      <dgm:spPr/>
    </dgm:pt>
    <dgm:pt modelId="{2803C772-6E7F-40E1-B477-AE587BD11B2C}" type="pres">
      <dgm:prSet presAssocID="{61FC27EB-7317-405B-B596-24F1FD9E960B}" presName="text" presStyleLbl="fgAcc0" presStyleIdx="2" presStyleCnt="3">
        <dgm:presLayoutVars>
          <dgm:chPref val="3"/>
        </dgm:presLayoutVars>
      </dgm:prSet>
      <dgm:spPr/>
    </dgm:pt>
    <dgm:pt modelId="{C3B55B6A-0EF8-4575-BB81-1809F800D18D}" type="pres">
      <dgm:prSet presAssocID="{61FC27EB-7317-405B-B596-24F1FD9E960B}" presName="hierChild2" presStyleCnt="0"/>
      <dgm:spPr/>
    </dgm:pt>
  </dgm:ptLst>
  <dgm:cxnLst>
    <dgm:cxn modelId="{68EDC301-03DF-47F5-BF80-969EDB512EAC}" type="presOf" srcId="{090544B2-5D06-4FED-A328-BDC05C11DA2E}" destId="{645B57C4-5FE8-4C1C-9CD0-8F932DB47DBB}" srcOrd="0" destOrd="0" presId="urn:microsoft.com/office/officeart/2005/8/layout/hierarchy1"/>
    <dgm:cxn modelId="{65BB820A-796F-4DBE-92EC-297936BC5709}" type="presOf" srcId="{D46566F4-C4CE-4FD5-A9D1-088B4382F7EA}" destId="{785AEA24-AFC1-49C2-924B-E035081BA443}" srcOrd="0" destOrd="0" presId="urn:microsoft.com/office/officeart/2005/8/layout/hierarchy1"/>
    <dgm:cxn modelId="{989AB131-22E6-4FA6-8644-3338A91AFB6D}" type="presOf" srcId="{61FC27EB-7317-405B-B596-24F1FD9E960B}" destId="{2803C772-6E7F-40E1-B477-AE587BD11B2C}" srcOrd="0" destOrd="0" presId="urn:microsoft.com/office/officeart/2005/8/layout/hierarchy1"/>
    <dgm:cxn modelId="{C490E660-5FAD-4834-B8D4-3F8F3E44A026}" srcId="{090544B2-5D06-4FED-A328-BDC05C11DA2E}" destId="{30F73AB0-64C5-46F0-A5B7-3A18FE7E139F}" srcOrd="1" destOrd="0" parTransId="{C2854D98-6D1F-4B22-BC7F-3270C7942A4D}" sibTransId="{E9030E84-AF64-4D4C-B2B1-C0B29DC02D0D}"/>
    <dgm:cxn modelId="{FAECE256-E7EB-42D2-9F36-9AA04915CBE0}" srcId="{090544B2-5D06-4FED-A328-BDC05C11DA2E}" destId="{61FC27EB-7317-405B-B596-24F1FD9E960B}" srcOrd="2" destOrd="0" parTransId="{608E20CA-BDDE-4162-A56C-E8B29E6ABADE}" sibTransId="{51AEA9B7-1DAD-44B1-A98D-BABE7EF87FB4}"/>
    <dgm:cxn modelId="{D497C0AA-1BCF-474C-B8C9-535CBCEC70B2}" srcId="{090544B2-5D06-4FED-A328-BDC05C11DA2E}" destId="{D46566F4-C4CE-4FD5-A9D1-088B4382F7EA}" srcOrd="0" destOrd="0" parTransId="{806B2647-2626-41B4-89AC-93969EDB2C60}" sibTransId="{EB59D990-0724-426C-96FE-521F1F5E09D9}"/>
    <dgm:cxn modelId="{DBAE53FE-7525-4FFB-8D9C-A6F9A5337792}" type="presOf" srcId="{30F73AB0-64C5-46F0-A5B7-3A18FE7E139F}" destId="{04DA95D8-F18B-407D-99D4-FCAE1F81CACF}" srcOrd="0" destOrd="0" presId="urn:microsoft.com/office/officeart/2005/8/layout/hierarchy1"/>
    <dgm:cxn modelId="{4D656AE9-9F51-4C4E-BCB2-59599FF2888D}" type="presParOf" srcId="{645B57C4-5FE8-4C1C-9CD0-8F932DB47DBB}" destId="{D7F3C931-4EBF-486C-838B-E8E185CC6BE0}" srcOrd="0" destOrd="0" presId="urn:microsoft.com/office/officeart/2005/8/layout/hierarchy1"/>
    <dgm:cxn modelId="{4C886430-1206-43B6-842F-678EDB2B226B}" type="presParOf" srcId="{D7F3C931-4EBF-486C-838B-E8E185CC6BE0}" destId="{21561FF4-E98A-4D8C-A52E-014481AEE503}" srcOrd="0" destOrd="0" presId="urn:microsoft.com/office/officeart/2005/8/layout/hierarchy1"/>
    <dgm:cxn modelId="{814BB485-9499-4D83-8855-ACA0828FFB8D}" type="presParOf" srcId="{21561FF4-E98A-4D8C-A52E-014481AEE503}" destId="{A63A8DFC-86D3-46CD-83E3-B9F88228A331}" srcOrd="0" destOrd="0" presId="urn:microsoft.com/office/officeart/2005/8/layout/hierarchy1"/>
    <dgm:cxn modelId="{466814B1-76B0-4CE7-B4AB-4F99CFAECCAF}" type="presParOf" srcId="{21561FF4-E98A-4D8C-A52E-014481AEE503}" destId="{785AEA24-AFC1-49C2-924B-E035081BA443}" srcOrd="1" destOrd="0" presId="urn:microsoft.com/office/officeart/2005/8/layout/hierarchy1"/>
    <dgm:cxn modelId="{26559249-178D-487D-BF4C-A7CBC92A6DB3}" type="presParOf" srcId="{D7F3C931-4EBF-486C-838B-E8E185CC6BE0}" destId="{57D81E06-9AAF-489A-8EC9-35283A577561}" srcOrd="1" destOrd="0" presId="urn:microsoft.com/office/officeart/2005/8/layout/hierarchy1"/>
    <dgm:cxn modelId="{91308F90-B640-4F84-90B6-82B1AF4C7027}" type="presParOf" srcId="{645B57C4-5FE8-4C1C-9CD0-8F932DB47DBB}" destId="{D2D2ADB3-005B-443D-8952-BF04C4AE5253}" srcOrd="1" destOrd="0" presId="urn:microsoft.com/office/officeart/2005/8/layout/hierarchy1"/>
    <dgm:cxn modelId="{089C985E-AC03-49E5-9258-AB0474A15134}" type="presParOf" srcId="{D2D2ADB3-005B-443D-8952-BF04C4AE5253}" destId="{9739AE22-0A14-4FE9-895E-8199A6CA2C35}" srcOrd="0" destOrd="0" presId="urn:microsoft.com/office/officeart/2005/8/layout/hierarchy1"/>
    <dgm:cxn modelId="{7BA37147-518D-450F-8AFA-FB8455925A14}" type="presParOf" srcId="{9739AE22-0A14-4FE9-895E-8199A6CA2C35}" destId="{3597A9EA-747C-4422-A282-2652B037EDA0}" srcOrd="0" destOrd="0" presId="urn:microsoft.com/office/officeart/2005/8/layout/hierarchy1"/>
    <dgm:cxn modelId="{8463AD53-0565-4BF1-ADBF-B1D6075DABA6}" type="presParOf" srcId="{9739AE22-0A14-4FE9-895E-8199A6CA2C35}" destId="{04DA95D8-F18B-407D-99D4-FCAE1F81CACF}" srcOrd="1" destOrd="0" presId="urn:microsoft.com/office/officeart/2005/8/layout/hierarchy1"/>
    <dgm:cxn modelId="{B4EE9968-0DF9-4A0B-BCCB-A3960531A6F7}" type="presParOf" srcId="{D2D2ADB3-005B-443D-8952-BF04C4AE5253}" destId="{74F16E4D-8718-4860-9652-DE0255523430}" srcOrd="1" destOrd="0" presId="urn:microsoft.com/office/officeart/2005/8/layout/hierarchy1"/>
    <dgm:cxn modelId="{74F6F954-A39C-40C9-96D7-AA32FB304D96}" type="presParOf" srcId="{645B57C4-5FE8-4C1C-9CD0-8F932DB47DBB}" destId="{8188EA85-3F2E-458E-ACCF-EF5C2070EFA4}" srcOrd="2" destOrd="0" presId="urn:microsoft.com/office/officeart/2005/8/layout/hierarchy1"/>
    <dgm:cxn modelId="{25C71954-CD44-4410-8983-0BFE9F489406}" type="presParOf" srcId="{8188EA85-3F2E-458E-ACCF-EF5C2070EFA4}" destId="{0CD48CCE-6EB2-4406-AFE3-51558F902B07}" srcOrd="0" destOrd="0" presId="urn:microsoft.com/office/officeart/2005/8/layout/hierarchy1"/>
    <dgm:cxn modelId="{9ED2B4C9-F7E4-454A-8169-FFA7E69DDB4B}" type="presParOf" srcId="{0CD48CCE-6EB2-4406-AFE3-51558F902B07}" destId="{66479C48-CA43-4B05-932B-83909E575217}" srcOrd="0" destOrd="0" presId="urn:microsoft.com/office/officeart/2005/8/layout/hierarchy1"/>
    <dgm:cxn modelId="{CC63DF69-10E4-4E38-A3AF-B47E3AFC4C1A}" type="presParOf" srcId="{0CD48CCE-6EB2-4406-AFE3-51558F902B07}" destId="{2803C772-6E7F-40E1-B477-AE587BD11B2C}" srcOrd="1" destOrd="0" presId="urn:microsoft.com/office/officeart/2005/8/layout/hierarchy1"/>
    <dgm:cxn modelId="{A6937875-E391-4C21-BAA3-B60C96E490BB}" type="presParOf" srcId="{8188EA85-3F2E-458E-ACCF-EF5C2070EFA4}" destId="{C3B55B6A-0EF8-4575-BB81-1809F800D18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7D3601-2EDB-4B01-9E91-9EE6EA45CC8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F8F9C84-86E3-4F3F-B886-AF5CC3F51A05}">
      <dgm:prSet/>
      <dgm:spPr/>
      <dgm:t>
        <a:bodyPr/>
        <a:lstStyle/>
        <a:p>
          <a:r>
            <a:rPr lang="en-GB" dirty="0">
              <a:latin typeface="Times New Roman"/>
              <a:cs typeface="Times New Roman"/>
            </a:rPr>
            <a:t>The program saves data in bookings.txt.</a:t>
          </a:r>
          <a:endParaRPr lang="en-US" dirty="0">
            <a:latin typeface="Times New Roman"/>
            <a:cs typeface="Times New Roman"/>
          </a:endParaRPr>
        </a:p>
      </dgm:t>
    </dgm:pt>
    <dgm:pt modelId="{8C96A055-D3EA-4A4E-A3B5-9DD682668C0F}" type="parTrans" cxnId="{D5B8C630-1442-48CB-950D-485C8D8E73C1}">
      <dgm:prSet/>
      <dgm:spPr/>
      <dgm:t>
        <a:bodyPr/>
        <a:lstStyle/>
        <a:p>
          <a:endParaRPr lang="en-US"/>
        </a:p>
      </dgm:t>
    </dgm:pt>
    <dgm:pt modelId="{8E28893E-6747-4C00-8D97-F0001C17F1E3}" type="sibTrans" cxnId="{D5B8C630-1442-48CB-950D-485C8D8E73C1}">
      <dgm:prSet/>
      <dgm:spPr/>
      <dgm:t>
        <a:bodyPr/>
        <a:lstStyle/>
        <a:p>
          <a:endParaRPr lang="en-US"/>
        </a:p>
      </dgm:t>
    </dgm:pt>
    <dgm:pt modelId="{82E14F2A-8414-44E3-8F03-F69EC89376A1}">
      <dgm:prSet/>
      <dgm:spPr/>
      <dgm:t>
        <a:bodyPr/>
        <a:lstStyle/>
        <a:p>
          <a:r>
            <a:rPr lang="en-GB" dirty="0">
              <a:latin typeface="Times New Roman"/>
              <a:cs typeface="Times New Roman"/>
            </a:rPr>
            <a:t>Functions used:</a:t>
          </a:r>
          <a:endParaRPr lang="en-US" dirty="0">
            <a:latin typeface="Times New Roman"/>
            <a:cs typeface="Times New Roman"/>
          </a:endParaRPr>
        </a:p>
      </dgm:t>
    </dgm:pt>
    <dgm:pt modelId="{70CD495D-AE60-4553-9403-8288572DC856}" type="parTrans" cxnId="{B4E93840-ED7C-4612-94C8-411F90DE6F96}">
      <dgm:prSet/>
      <dgm:spPr/>
      <dgm:t>
        <a:bodyPr/>
        <a:lstStyle/>
        <a:p>
          <a:endParaRPr lang="en-US"/>
        </a:p>
      </dgm:t>
    </dgm:pt>
    <dgm:pt modelId="{D86C1657-AF01-4CE7-8015-201DEF98972C}" type="sibTrans" cxnId="{B4E93840-ED7C-4612-94C8-411F90DE6F96}">
      <dgm:prSet/>
      <dgm:spPr/>
      <dgm:t>
        <a:bodyPr/>
        <a:lstStyle/>
        <a:p>
          <a:endParaRPr lang="en-US"/>
        </a:p>
      </dgm:t>
    </dgm:pt>
    <dgm:pt modelId="{14B8620D-B287-4D12-BFB4-EB60843AF30F}">
      <dgm:prSet/>
      <dgm:spPr/>
      <dgm:t>
        <a:bodyPr/>
        <a:lstStyle/>
        <a:p>
          <a:r>
            <a:rPr lang="en-GB" dirty="0">
              <a:latin typeface="Times New Roman"/>
              <a:cs typeface="Times New Roman"/>
            </a:rPr>
            <a:t>- save_to_file()</a:t>
          </a:r>
          <a:endParaRPr lang="en-US" dirty="0">
            <a:latin typeface="Times New Roman"/>
            <a:cs typeface="Times New Roman"/>
          </a:endParaRPr>
        </a:p>
      </dgm:t>
    </dgm:pt>
    <dgm:pt modelId="{EAD9359F-56FA-446B-84B6-58825C1774FB}" type="parTrans" cxnId="{ABF98C5E-6629-4B46-89DE-B050AA507101}">
      <dgm:prSet/>
      <dgm:spPr/>
      <dgm:t>
        <a:bodyPr/>
        <a:lstStyle/>
        <a:p>
          <a:endParaRPr lang="en-US"/>
        </a:p>
      </dgm:t>
    </dgm:pt>
    <dgm:pt modelId="{F3B22B84-BBEE-421B-807D-1CEB432C99AB}" type="sibTrans" cxnId="{ABF98C5E-6629-4B46-89DE-B050AA507101}">
      <dgm:prSet/>
      <dgm:spPr/>
      <dgm:t>
        <a:bodyPr/>
        <a:lstStyle/>
        <a:p>
          <a:endParaRPr lang="en-US"/>
        </a:p>
      </dgm:t>
    </dgm:pt>
    <dgm:pt modelId="{2AAA406F-C2CC-4691-8AAB-08BCFECB58F2}">
      <dgm:prSet/>
      <dgm:spPr/>
      <dgm:t>
        <a:bodyPr/>
        <a:lstStyle/>
        <a:p>
          <a:r>
            <a:rPr lang="en-GB" dirty="0">
              <a:latin typeface="Times New Roman"/>
              <a:cs typeface="Times New Roman"/>
            </a:rPr>
            <a:t>- append_to_file()</a:t>
          </a:r>
          <a:endParaRPr lang="en-US" dirty="0">
            <a:latin typeface="Times New Roman"/>
            <a:cs typeface="Times New Roman"/>
          </a:endParaRPr>
        </a:p>
      </dgm:t>
    </dgm:pt>
    <dgm:pt modelId="{A450580B-6695-48D5-9549-EB563562A4A2}" type="parTrans" cxnId="{61A39903-F2D3-4A21-A4A9-0778BCAEF7F6}">
      <dgm:prSet/>
      <dgm:spPr/>
      <dgm:t>
        <a:bodyPr/>
        <a:lstStyle/>
        <a:p>
          <a:endParaRPr lang="en-US"/>
        </a:p>
      </dgm:t>
    </dgm:pt>
    <dgm:pt modelId="{7AD2B7F2-DEAF-408A-A069-09A204A07552}" type="sibTrans" cxnId="{61A39903-F2D3-4A21-A4A9-0778BCAEF7F6}">
      <dgm:prSet/>
      <dgm:spPr/>
      <dgm:t>
        <a:bodyPr/>
        <a:lstStyle/>
        <a:p>
          <a:endParaRPr lang="en-US"/>
        </a:p>
      </dgm:t>
    </dgm:pt>
    <dgm:pt modelId="{90EDEDAE-B441-4B4F-B621-CFE0BFCAEB0A}">
      <dgm:prSet/>
      <dgm:spPr/>
      <dgm:t>
        <a:bodyPr/>
        <a:lstStyle/>
        <a:p>
          <a:r>
            <a:rPr lang="en-GB" dirty="0">
              <a:latin typeface="Times New Roman"/>
              <a:cs typeface="Times New Roman"/>
            </a:rPr>
            <a:t>- load_from_file()</a:t>
          </a:r>
          <a:endParaRPr lang="en-US" dirty="0">
            <a:latin typeface="Times New Roman"/>
            <a:cs typeface="Times New Roman"/>
          </a:endParaRPr>
        </a:p>
      </dgm:t>
    </dgm:pt>
    <dgm:pt modelId="{BB598375-5D7B-479D-93A8-26B704561A58}" type="parTrans" cxnId="{E4E24090-2E72-4F5A-9006-104A115D52CD}">
      <dgm:prSet/>
      <dgm:spPr/>
      <dgm:t>
        <a:bodyPr/>
        <a:lstStyle/>
        <a:p>
          <a:endParaRPr lang="en-US"/>
        </a:p>
      </dgm:t>
    </dgm:pt>
    <dgm:pt modelId="{28B0B810-E8C8-4402-BFB7-EF6072C2732E}" type="sibTrans" cxnId="{E4E24090-2E72-4F5A-9006-104A115D52CD}">
      <dgm:prSet/>
      <dgm:spPr/>
      <dgm:t>
        <a:bodyPr/>
        <a:lstStyle/>
        <a:p>
          <a:endParaRPr lang="en-US"/>
        </a:p>
      </dgm:t>
    </dgm:pt>
    <dgm:pt modelId="{FDDEF8EB-90CC-4643-B2C2-F301DACAEE19}" type="pres">
      <dgm:prSet presAssocID="{DC7D3601-2EDB-4B01-9E91-9EE6EA45CC80}" presName="root" presStyleCnt="0">
        <dgm:presLayoutVars>
          <dgm:dir/>
          <dgm:resizeHandles val="exact"/>
        </dgm:presLayoutVars>
      </dgm:prSet>
      <dgm:spPr/>
    </dgm:pt>
    <dgm:pt modelId="{3C9ADA6F-707E-4776-9E3E-BA8417289980}" type="pres">
      <dgm:prSet presAssocID="{2F8F9C84-86E3-4F3F-B886-AF5CC3F51A05}" presName="compNode" presStyleCnt="0"/>
      <dgm:spPr/>
    </dgm:pt>
    <dgm:pt modelId="{40976D98-2F5D-4A0F-8176-5899E87639C0}" type="pres">
      <dgm:prSet presAssocID="{2F8F9C84-86E3-4F3F-B886-AF5CC3F51A05}" presName="bgRect" presStyleLbl="bgShp" presStyleIdx="0" presStyleCnt="5"/>
      <dgm:spPr/>
    </dgm:pt>
    <dgm:pt modelId="{AAC22A9D-CB85-433B-9C6E-EF41B564E74A}" type="pres">
      <dgm:prSet presAssocID="{2F8F9C84-86E3-4F3F-B886-AF5CC3F51A0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E3081EC-F934-4FAA-94B7-00E84FEADCF7}" type="pres">
      <dgm:prSet presAssocID="{2F8F9C84-86E3-4F3F-B886-AF5CC3F51A05}" presName="spaceRect" presStyleCnt="0"/>
      <dgm:spPr/>
    </dgm:pt>
    <dgm:pt modelId="{5A6FB718-E208-4339-B7A2-28FA9438868A}" type="pres">
      <dgm:prSet presAssocID="{2F8F9C84-86E3-4F3F-B886-AF5CC3F51A05}" presName="parTx" presStyleLbl="revTx" presStyleIdx="0" presStyleCnt="5">
        <dgm:presLayoutVars>
          <dgm:chMax val="0"/>
          <dgm:chPref val="0"/>
        </dgm:presLayoutVars>
      </dgm:prSet>
      <dgm:spPr/>
    </dgm:pt>
    <dgm:pt modelId="{71E4BCF6-0D9F-4CEB-BF6D-D11EF1851A1D}" type="pres">
      <dgm:prSet presAssocID="{8E28893E-6747-4C00-8D97-F0001C17F1E3}" presName="sibTrans" presStyleCnt="0"/>
      <dgm:spPr/>
    </dgm:pt>
    <dgm:pt modelId="{AF239EE7-C10F-414E-A4FA-57B221F57B87}" type="pres">
      <dgm:prSet presAssocID="{82E14F2A-8414-44E3-8F03-F69EC89376A1}" presName="compNode" presStyleCnt="0"/>
      <dgm:spPr/>
    </dgm:pt>
    <dgm:pt modelId="{CD2557C4-A3F8-43A9-BF8B-01C1B607EFB2}" type="pres">
      <dgm:prSet presAssocID="{82E14F2A-8414-44E3-8F03-F69EC89376A1}" presName="bgRect" presStyleLbl="bgShp" presStyleIdx="1" presStyleCnt="5"/>
      <dgm:spPr/>
    </dgm:pt>
    <dgm:pt modelId="{59DEB9DA-4097-46AE-96A8-4FB5FC93E0FA}" type="pres">
      <dgm:prSet presAssocID="{82E14F2A-8414-44E3-8F03-F69EC89376A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B6E1F1B-29E5-4CB5-A16A-A50C47E82C01}" type="pres">
      <dgm:prSet presAssocID="{82E14F2A-8414-44E3-8F03-F69EC89376A1}" presName="spaceRect" presStyleCnt="0"/>
      <dgm:spPr/>
    </dgm:pt>
    <dgm:pt modelId="{1A0E2180-8ADD-4F41-83E6-BCE71AF646C5}" type="pres">
      <dgm:prSet presAssocID="{82E14F2A-8414-44E3-8F03-F69EC89376A1}" presName="parTx" presStyleLbl="revTx" presStyleIdx="1" presStyleCnt="5">
        <dgm:presLayoutVars>
          <dgm:chMax val="0"/>
          <dgm:chPref val="0"/>
        </dgm:presLayoutVars>
      </dgm:prSet>
      <dgm:spPr/>
    </dgm:pt>
    <dgm:pt modelId="{1BDABCEC-FFFD-4F04-8546-785D76ABC4E1}" type="pres">
      <dgm:prSet presAssocID="{D86C1657-AF01-4CE7-8015-201DEF98972C}" presName="sibTrans" presStyleCnt="0"/>
      <dgm:spPr/>
    </dgm:pt>
    <dgm:pt modelId="{566E31AA-B35C-4D20-A7AF-8D5339A1EDB9}" type="pres">
      <dgm:prSet presAssocID="{14B8620D-B287-4D12-BFB4-EB60843AF30F}" presName="compNode" presStyleCnt="0"/>
      <dgm:spPr/>
    </dgm:pt>
    <dgm:pt modelId="{78703057-F294-47FA-939A-311ED87A1A42}" type="pres">
      <dgm:prSet presAssocID="{14B8620D-B287-4D12-BFB4-EB60843AF30F}" presName="bgRect" presStyleLbl="bgShp" presStyleIdx="2" presStyleCnt="5"/>
      <dgm:spPr/>
    </dgm:pt>
    <dgm:pt modelId="{F8BFE9DE-AED6-4ABC-A180-FFCACFEF87CE}" type="pres">
      <dgm:prSet presAssocID="{14B8620D-B287-4D12-BFB4-EB60843AF30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3D286CC6-EF61-44AB-8156-7498E60F4E69}" type="pres">
      <dgm:prSet presAssocID="{14B8620D-B287-4D12-BFB4-EB60843AF30F}" presName="spaceRect" presStyleCnt="0"/>
      <dgm:spPr/>
    </dgm:pt>
    <dgm:pt modelId="{29DE0920-ECEC-4C2C-A86A-574449C038F8}" type="pres">
      <dgm:prSet presAssocID="{14B8620D-B287-4D12-BFB4-EB60843AF30F}" presName="parTx" presStyleLbl="revTx" presStyleIdx="2" presStyleCnt="5">
        <dgm:presLayoutVars>
          <dgm:chMax val="0"/>
          <dgm:chPref val="0"/>
        </dgm:presLayoutVars>
      </dgm:prSet>
      <dgm:spPr/>
    </dgm:pt>
    <dgm:pt modelId="{612B732C-F101-49FC-A8D7-3CC12A6617D0}" type="pres">
      <dgm:prSet presAssocID="{F3B22B84-BBEE-421B-807D-1CEB432C99AB}" presName="sibTrans" presStyleCnt="0"/>
      <dgm:spPr/>
    </dgm:pt>
    <dgm:pt modelId="{1589B3F0-7C04-4419-93F8-83705B72A852}" type="pres">
      <dgm:prSet presAssocID="{2AAA406F-C2CC-4691-8AAB-08BCFECB58F2}" presName="compNode" presStyleCnt="0"/>
      <dgm:spPr/>
    </dgm:pt>
    <dgm:pt modelId="{45BC1890-441E-44E1-9ED2-03FE08B3F960}" type="pres">
      <dgm:prSet presAssocID="{2AAA406F-C2CC-4691-8AAB-08BCFECB58F2}" presName="bgRect" presStyleLbl="bgShp" presStyleIdx="3" presStyleCnt="5"/>
      <dgm:spPr/>
    </dgm:pt>
    <dgm:pt modelId="{79D35B59-5497-4200-985B-7DA7C44527F5}" type="pres">
      <dgm:prSet presAssocID="{2AAA406F-C2CC-4691-8AAB-08BCFECB58F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D26811D-244C-449A-8587-4577B1BDF883}" type="pres">
      <dgm:prSet presAssocID="{2AAA406F-C2CC-4691-8AAB-08BCFECB58F2}" presName="spaceRect" presStyleCnt="0"/>
      <dgm:spPr/>
    </dgm:pt>
    <dgm:pt modelId="{78054EF7-F00C-40DD-A7A3-61FF8693FA95}" type="pres">
      <dgm:prSet presAssocID="{2AAA406F-C2CC-4691-8AAB-08BCFECB58F2}" presName="parTx" presStyleLbl="revTx" presStyleIdx="3" presStyleCnt="5">
        <dgm:presLayoutVars>
          <dgm:chMax val="0"/>
          <dgm:chPref val="0"/>
        </dgm:presLayoutVars>
      </dgm:prSet>
      <dgm:spPr/>
    </dgm:pt>
    <dgm:pt modelId="{2D2F2293-93FC-4F74-B20F-C9FBD461DAB7}" type="pres">
      <dgm:prSet presAssocID="{7AD2B7F2-DEAF-408A-A069-09A204A07552}" presName="sibTrans" presStyleCnt="0"/>
      <dgm:spPr/>
    </dgm:pt>
    <dgm:pt modelId="{788EC6CE-6EE0-448B-8CC7-90B48825C407}" type="pres">
      <dgm:prSet presAssocID="{90EDEDAE-B441-4B4F-B621-CFE0BFCAEB0A}" presName="compNode" presStyleCnt="0"/>
      <dgm:spPr/>
    </dgm:pt>
    <dgm:pt modelId="{07C79ECA-96D9-4C1B-930A-D6C92A82ECC7}" type="pres">
      <dgm:prSet presAssocID="{90EDEDAE-B441-4B4F-B621-CFE0BFCAEB0A}" presName="bgRect" presStyleLbl="bgShp" presStyleIdx="4" presStyleCnt="5"/>
      <dgm:spPr/>
    </dgm:pt>
    <dgm:pt modelId="{061E0652-A8F0-4B3F-B721-70ABAF8E9EC4}" type="pres">
      <dgm:prSet presAssocID="{90EDEDAE-B441-4B4F-B621-CFE0BFCAEB0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E6A0688-E4E3-4D4B-998F-CC0F13125D06}" type="pres">
      <dgm:prSet presAssocID="{90EDEDAE-B441-4B4F-B621-CFE0BFCAEB0A}" presName="spaceRect" presStyleCnt="0"/>
      <dgm:spPr/>
    </dgm:pt>
    <dgm:pt modelId="{6DE6633F-B717-4395-B3B2-DB15E4203345}" type="pres">
      <dgm:prSet presAssocID="{90EDEDAE-B441-4B4F-B621-CFE0BFCAEB0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1A39903-F2D3-4A21-A4A9-0778BCAEF7F6}" srcId="{DC7D3601-2EDB-4B01-9E91-9EE6EA45CC80}" destId="{2AAA406F-C2CC-4691-8AAB-08BCFECB58F2}" srcOrd="3" destOrd="0" parTransId="{A450580B-6695-48D5-9549-EB563562A4A2}" sibTransId="{7AD2B7F2-DEAF-408A-A069-09A204A07552}"/>
    <dgm:cxn modelId="{D5658222-D6C2-4E3E-8B9A-B11938B41184}" type="presOf" srcId="{DC7D3601-2EDB-4B01-9E91-9EE6EA45CC80}" destId="{FDDEF8EB-90CC-4643-B2C2-F301DACAEE19}" srcOrd="0" destOrd="0" presId="urn:microsoft.com/office/officeart/2018/2/layout/IconVerticalSolidList"/>
    <dgm:cxn modelId="{D5B8C630-1442-48CB-950D-485C8D8E73C1}" srcId="{DC7D3601-2EDB-4B01-9E91-9EE6EA45CC80}" destId="{2F8F9C84-86E3-4F3F-B886-AF5CC3F51A05}" srcOrd="0" destOrd="0" parTransId="{8C96A055-D3EA-4A4E-A3B5-9DD682668C0F}" sibTransId="{8E28893E-6747-4C00-8D97-F0001C17F1E3}"/>
    <dgm:cxn modelId="{B4E93840-ED7C-4612-94C8-411F90DE6F96}" srcId="{DC7D3601-2EDB-4B01-9E91-9EE6EA45CC80}" destId="{82E14F2A-8414-44E3-8F03-F69EC89376A1}" srcOrd="1" destOrd="0" parTransId="{70CD495D-AE60-4553-9403-8288572DC856}" sibTransId="{D86C1657-AF01-4CE7-8015-201DEF98972C}"/>
    <dgm:cxn modelId="{ABF98C5E-6629-4B46-89DE-B050AA507101}" srcId="{DC7D3601-2EDB-4B01-9E91-9EE6EA45CC80}" destId="{14B8620D-B287-4D12-BFB4-EB60843AF30F}" srcOrd="2" destOrd="0" parTransId="{EAD9359F-56FA-446B-84B6-58825C1774FB}" sibTransId="{F3B22B84-BBEE-421B-807D-1CEB432C99AB}"/>
    <dgm:cxn modelId="{E4E24090-2E72-4F5A-9006-104A115D52CD}" srcId="{DC7D3601-2EDB-4B01-9E91-9EE6EA45CC80}" destId="{90EDEDAE-B441-4B4F-B621-CFE0BFCAEB0A}" srcOrd="4" destOrd="0" parTransId="{BB598375-5D7B-479D-93A8-26B704561A58}" sibTransId="{28B0B810-E8C8-4402-BFB7-EF6072C2732E}"/>
    <dgm:cxn modelId="{DA526FB3-EF0F-476D-9E52-CF55CA8186E4}" type="presOf" srcId="{82E14F2A-8414-44E3-8F03-F69EC89376A1}" destId="{1A0E2180-8ADD-4F41-83E6-BCE71AF646C5}" srcOrd="0" destOrd="0" presId="urn:microsoft.com/office/officeart/2018/2/layout/IconVerticalSolidList"/>
    <dgm:cxn modelId="{9A525EC4-13DF-4721-A014-AA953D974735}" type="presOf" srcId="{90EDEDAE-B441-4B4F-B621-CFE0BFCAEB0A}" destId="{6DE6633F-B717-4395-B3B2-DB15E4203345}" srcOrd="0" destOrd="0" presId="urn:microsoft.com/office/officeart/2018/2/layout/IconVerticalSolidList"/>
    <dgm:cxn modelId="{ACFDF6CD-9517-4ADA-A821-7CAECAC1CDD8}" type="presOf" srcId="{14B8620D-B287-4D12-BFB4-EB60843AF30F}" destId="{29DE0920-ECEC-4C2C-A86A-574449C038F8}" srcOrd="0" destOrd="0" presId="urn:microsoft.com/office/officeart/2018/2/layout/IconVerticalSolidList"/>
    <dgm:cxn modelId="{0AAD74D3-6DF1-4D09-B23E-7C19FE913DDB}" type="presOf" srcId="{2F8F9C84-86E3-4F3F-B886-AF5CC3F51A05}" destId="{5A6FB718-E208-4339-B7A2-28FA9438868A}" srcOrd="0" destOrd="0" presId="urn:microsoft.com/office/officeart/2018/2/layout/IconVerticalSolidList"/>
    <dgm:cxn modelId="{BD4A2CD9-238D-4B7B-B582-72F77D957BDC}" type="presOf" srcId="{2AAA406F-C2CC-4691-8AAB-08BCFECB58F2}" destId="{78054EF7-F00C-40DD-A7A3-61FF8693FA95}" srcOrd="0" destOrd="0" presId="urn:microsoft.com/office/officeart/2018/2/layout/IconVerticalSolidList"/>
    <dgm:cxn modelId="{D9E4278D-DF31-4F4B-A939-8DD38DEA2A0B}" type="presParOf" srcId="{FDDEF8EB-90CC-4643-B2C2-F301DACAEE19}" destId="{3C9ADA6F-707E-4776-9E3E-BA8417289980}" srcOrd="0" destOrd="0" presId="urn:microsoft.com/office/officeart/2018/2/layout/IconVerticalSolidList"/>
    <dgm:cxn modelId="{8F540322-350A-4272-9445-6C4913DE6D21}" type="presParOf" srcId="{3C9ADA6F-707E-4776-9E3E-BA8417289980}" destId="{40976D98-2F5D-4A0F-8176-5899E87639C0}" srcOrd="0" destOrd="0" presId="urn:microsoft.com/office/officeart/2018/2/layout/IconVerticalSolidList"/>
    <dgm:cxn modelId="{27A2AF2A-4639-4E23-899A-3B653AD006BC}" type="presParOf" srcId="{3C9ADA6F-707E-4776-9E3E-BA8417289980}" destId="{AAC22A9D-CB85-433B-9C6E-EF41B564E74A}" srcOrd="1" destOrd="0" presId="urn:microsoft.com/office/officeart/2018/2/layout/IconVerticalSolidList"/>
    <dgm:cxn modelId="{4425E7A6-F3E2-4AF8-8DEE-659D9D2F880A}" type="presParOf" srcId="{3C9ADA6F-707E-4776-9E3E-BA8417289980}" destId="{7E3081EC-F934-4FAA-94B7-00E84FEADCF7}" srcOrd="2" destOrd="0" presId="urn:microsoft.com/office/officeart/2018/2/layout/IconVerticalSolidList"/>
    <dgm:cxn modelId="{3F28783E-AF90-43FD-AC89-80625FB1AC78}" type="presParOf" srcId="{3C9ADA6F-707E-4776-9E3E-BA8417289980}" destId="{5A6FB718-E208-4339-B7A2-28FA9438868A}" srcOrd="3" destOrd="0" presId="urn:microsoft.com/office/officeart/2018/2/layout/IconVerticalSolidList"/>
    <dgm:cxn modelId="{992854DF-557C-455C-8683-6B469D04750F}" type="presParOf" srcId="{FDDEF8EB-90CC-4643-B2C2-F301DACAEE19}" destId="{71E4BCF6-0D9F-4CEB-BF6D-D11EF1851A1D}" srcOrd="1" destOrd="0" presId="urn:microsoft.com/office/officeart/2018/2/layout/IconVerticalSolidList"/>
    <dgm:cxn modelId="{BC7C624A-39FB-4658-9823-9F73569F465D}" type="presParOf" srcId="{FDDEF8EB-90CC-4643-B2C2-F301DACAEE19}" destId="{AF239EE7-C10F-414E-A4FA-57B221F57B87}" srcOrd="2" destOrd="0" presId="urn:microsoft.com/office/officeart/2018/2/layout/IconVerticalSolidList"/>
    <dgm:cxn modelId="{78995C9D-6455-4BF0-8C20-0BF4F242B490}" type="presParOf" srcId="{AF239EE7-C10F-414E-A4FA-57B221F57B87}" destId="{CD2557C4-A3F8-43A9-BF8B-01C1B607EFB2}" srcOrd="0" destOrd="0" presId="urn:microsoft.com/office/officeart/2018/2/layout/IconVerticalSolidList"/>
    <dgm:cxn modelId="{42C678BC-CBB8-47D3-BD0A-4244C61E6D4C}" type="presParOf" srcId="{AF239EE7-C10F-414E-A4FA-57B221F57B87}" destId="{59DEB9DA-4097-46AE-96A8-4FB5FC93E0FA}" srcOrd="1" destOrd="0" presId="urn:microsoft.com/office/officeart/2018/2/layout/IconVerticalSolidList"/>
    <dgm:cxn modelId="{A561E7B5-4B50-4F28-BCC4-081F819EF3ED}" type="presParOf" srcId="{AF239EE7-C10F-414E-A4FA-57B221F57B87}" destId="{9B6E1F1B-29E5-4CB5-A16A-A50C47E82C01}" srcOrd="2" destOrd="0" presId="urn:microsoft.com/office/officeart/2018/2/layout/IconVerticalSolidList"/>
    <dgm:cxn modelId="{A3EE4981-0D40-47B2-8903-F4317C778BBE}" type="presParOf" srcId="{AF239EE7-C10F-414E-A4FA-57B221F57B87}" destId="{1A0E2180-8ADD-4F41-83E6-BCE71AF646C5}" srcOrd="3" destOrd="0" presId="urn:microsoft.com/office/officeart/2018/2/layout/IconVerticalSolidList"/>
    <dgm:cxn modelId="{E761B9C9-6F46-4EF1-9BE1-DCDF40099A51}" type="presParOf" srcId="{FDDEF8EB-90CC-4643-B2C2-F301DACAEE19}" destId="{1BDABCEC-FFFD-4F04-8546-785D76ABC4E1}" srcOrd="3" destOrd="0" presId="urn:microsoft.com/office/officeart/2018/2/layout/IconVerticalSolidList"/>
    <dgm:cxn modelId="{D037AE7E-DDFC-42ED-8E52-23D85E0DDD78}" type="presParOf" srcId="{FDDEF8EB-90CC-4643-B2C2-F301DACAEE19}" destId="{566E31AA-B35C-4D20-A7AF-8D5339A1EDB9}" srcOrd="4" destOrd="0" presId="urn:microsoft.com/office/officeart/2018/2/layout/IconVerticalSolidList"/>
    <dgm:cxn modelId="{E8A7D119-3E7C-4905-B6D9-64E3C9E3ABB5}" type="presParOf" srcId="{566E31AA-B35C-4D20-A7AF-8D5339A1EDB9}" destId="{78703057-F294-47FA-939A-311ED87A1A42}" srcOrd="0" destOrd="0" presId="urn:microsoft.com/office/officeart/2018/2/layout/IconVerticalSolidList"/>
    <dgm:cxn modelId="{328F68BF-ACC8-45FF-A294-13660A27BA2B}" type="presParOf" srcId="{566E31AA-B35C-4D20-A7AF-8D5339A1EDB9}" destId="{F8BFE9DE-AED6-4ABC-A180-FFCACFEF87CE}" srcOrd="1" destOrd="0" presId="urn:microsoft.com/office/officeart/2018/2/layout/IconVerticalSolidList"/>
    <dgm:cxn modelId="{369FFC76-C7C5-4887-9E1D-AF734D46409A}" type="presParOf" srcId="{566E31AA-B35C-4D20-A7AF-8D5339A1EDB9}" destId="{3D286CC6-EF61-44AB-8156-7498E60F4E69}" srcOrd="2" destOrd="0" presId="urn:microsoft.com/office/officeart/2018/2/layout/IconVerticalSolidList"/>
    <dgm:cxn modelId="{AF2C5D28-0D01-4C8F-8B6B-77D598CC79FC}" type="presParOf" srcId="{566E31AA-B35C-4D20-A7AF-8D5339A1EDB9}" destId="{29DE0920-ECEC-4C2C-A86A-574449C038F8}" srcOrd="3" destOrd="0" presId="urn:microsoft.com/office/officeart/2018/2/layout/IconVerticalSolidList"/>
    <dgm:cxn modelId="{FBFBA863-7057-41C3-89F4-B95C6003F3CB}" type="presParOf" srcId="{FDDEF8EB-90CC-4643-B2C2-F301DACAEE19}" destId="{612B732C-F101-49FC-A8D7-3CC12A6617D0}" srcOrd="5" destOrd="0" presId="urn:microsoft.com/office/officeart/2018/2/layout/IconVerticalSolidList"/>
    <dgm:cxn modelId="{98F9786E-9D3A-46C7-87B7-893A6A1DF193}" type="presParOf" srcId="{FDDEF8EB-90CC-4643-B2C2-F301DACAEE19}" destId="{1589B3F0-7C04-4419-93F8-83705B72A852}" srcOrd="6" destOrd="0" presId="urn:microsoft.com/office/officeart/2018/2/layout/IconVerticalSolidList"/>
    <dgm:cxn modelId="{F1546A2F-D32B-4241-A8C3-39525342F193}" type="presParOf" srcId="{1589B3F0-7C04-4419-93F8-83705B72A852}" destId="{45BC1890-441E-44E1-9ED2-03FE08B3F960}" srcOrd="0" destOrd="0" presId="urn:microsoft.com/office/officeart/2018/2/layout/IconVerticalSolidList"/>
    <dgm:cxn modelId="{E739F6F3-ED78-4624-807E-96D5FAEB451A}" type="presParOf" srcId="{1589B3F0-7C04-4419-93F8-83705B72A852}" destId="{79D35B59-5497-4200-985B-7DA7C44527F5}" srcOrd="1" destOrd="0" presId="urn:microsoft.com/office/officeart/2018/2/layout/IconVerticalSolidList"/>
    <dgm:cxn modelId="{D7537C25-5D44-4423-9FFD-542EC1D7DDFB}" type="presParOf" srcId="{1589B3F0-7C04-4419-93F8-83705B72A852}" destId="{5D26811D-244C-449A-8587-4577B1BDF883}" srcOrd="2" destOrd="0" presId="urn:microsoft.com/office/officeart/2018/2/layout/IconVerticalSolidList"/>
    <dgm:cxn modelId="{5F5FB28F-CC95-4172-80B8-54D1F19AE412}" type="presParOf" srcId="{1589B3F0-7C04-4419-93F8-83705B72A852}" destId="{78054EF7-F00C-40DD-A7A3-61FF8693FA95}" srcOrd="3" destOrd="0" presId="urn:microsoft.com/office/officeart/2018/2/layout/IconVerticalSolidList"/>
    <dgm:cxn modelId="{978307B3-EA47-450D-933F-46C255429D8F}" type="presParOf" srcId="{FDDEF8EB-90CC-4643-B2C2-F301DACAEE19}" destId="{2D2F2293-93FC-4F74-B20F-C9FBD461DAB7}" srcOrd="7" destOrd="0" presId="urn:microsoft.com/office/officeart/2018/2/layout/IconVerticalSolidList"/>
    <dgm:cxn modelId="{7D547859-32D7-44E9-94B8-596227BE4544}" type="presParOf" srcId="{FDDEF8EB-90CC-4643-B2C2-F301DACAEE19}" destId="{788EC6CE-6EE0-448B-8CC7-90B48825C407}" srcOrd="8" destOrd="0" presId="urn:microsoft.com/office/officeart/2018/2/layout/IconVerticalSolidList"/>
    <dgm:cxn modelId="{8D1E2297-2721-4226-B9D9-97167AE34462}" type="presParOf" srcId="{788EC6CE-6EE0-448B-8CC7-90B48825C407}" destId="{07C79ECA-96D9-4C1B-930A-D6C92A82ECC7}" srcOrd="0" destOrd="0" presId="urn:microsoft.com/office/officeart/2018/2/layout/IconVerticalSolidList"/>
    <dgm:cxn modelId="{27D06A86-18BD-422F-AFC2-5C1456FFDBCB}" type="presParOf" srcId="{788EC6CE-6EE0-448B-8CC7-90B48825C407}" destId="{061E0652-A8F0-4B3F-B721-70ABAF8E9EC4}" srcOrd="1" destOrd="0" presId="urn:microsoft.com/office/officeart/2018/2/layout/IconVerticalSolidList"/>
    <dgm:cxn modelId="{CA95EBDD-DC4E-4C7E-BDC4-8C9C47349AA5}" type="presParOf" srcId="{788EC6CE-6EE0-448B-8CC7-90B48825C407}" destId="{DE6A0688-E4E3-4D4B-998F-CC0F13125D06}" srcOrd="2" destOrd="0" presId="urn:microsoft.com/office/officeart/2018/2/layout/IconVerticalSolidList"/>
    <dgm:cxn modelId="{8E8D071E-D9CC-4A1C-89CF-2CA1AE8B4BF6}" type="presParOf" srcId="{788EC6CE-6EE0-448B-8CC7-90B48825C407}" destId="{6DE6633F-B717-4395-B3B2-DB15E420334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9269FF5-EBA9-41DD-B23C-A0FF02547BB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3EC0825-F4B7-4348-A470-C6C6E649E5AE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/>
              <a:cs typeface="Times New Roman"/>
            </a:rPr>
            <a:t>Fee = Hours × Rate per hour</a:t>
          </a:r>
        </a:p>
      </dgm:t>
    </dgm:pt>
    <dgm:pt modelId="{1BC0134A-578E-4602-A00A-0152D5D9A902}" type="parTrans" cxnId="{4FFB2947-2361-4BD1-AADF-95D610BDD909}">
      <dgm:prSet/>
      <dgm:spPr/>
      <dgm:t>
        <a:bodyPr/>
        <a:lstStyle/>
        <a:p>
          <a:endParaRPr lang="en-US"/>
        </a:p>
      </dgm:t>
    </dgm:pt>
    <dgm:pt modelId="{599ED651-077C-4501-9613-D95EFF265D06}" type="sibTrans" cxnId="{4FFB2947-2361-4BD1-AADF-95D610BDD909}">
      <dgm:prSet/>
      <dgm:spPr/>
      <dgm:t>
        <a:bodyPr/>
        <a:lstStyle/>
        <a:p>
          <a:endParaRPr lang="en-US"/>
        </a:p>
      </dgm:t>
    </dgm:pt>
    <dgm:pt modelId="{FB4A16D2-9BAF-4A34-94CD-BE847954E12E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/>
              <a:cs typeface="Times New Roman"/>
            </a:rPr>
            <a:t>Example:</a:t>
          </a:r>
        </a:p>
      </dgm:t>
    </dgm:pt>
    <dgm:pt modelId="{D0CD150A-C957-4936-B2E9-ED7EF21E4812}" type="parTrans" cxnId="{D3BDBFF3-83FC-4293-A255-F21E011BF7EB}">
      <dgm:prSet/>
      <dgm:spPr/>
      <dgm:t>
        <a:bodyPr/>
        <a:lstStyle/>
        <a:p>
          <a:endParaRPr lang="en-US"/>
        </a:p>
      </dgm:t>
    </dgm:pt>
    <dgm:pt modelId="{28C3E8CA-E8DB-4B97-AE9E-23D054D5DF4B}" type="sibTrans" cxnId="{D3BDBFF3-83FC-4293-A255-F21E011BF7EB}">
      <dgm:prSet/>
      <dgm:spPr/>
      <dgm:t>
        <a:bodyPr/>
        <a:lstStyle/>
        <a:p>
          <a:endParaRPr lang="en-US"/>
        </a:p>
      </dgm:t>
    </dgm:pt>
    <dgm:pt modelId="{5736AD4A-95A8-4586-83FD-77179B8C409D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/>
              <a:cs typeface="Times New Roman"/>
            </a:rPr>
            <a:t>Cricket = 700/hour</a:t>
          </a:r>
        </a:p>
      </dgm:t>
    </dgm:pt>
    <dgm:pt modelId="{EE5AAA4A-03AF-4DB1-BA14-959C02597263}" type="parTrans" cxnId="{67FA39B7-957E-41A1-B32F-85B015E8D5F0}">
      <dgm:prSet/>
      <dgm:spPr/>
      <dgm:t>
        <a:bodyPr/>
        <a:lstStyle/>
        <a:p>
          <a:endParaRPr lang="en-US"/>
        </a:p>
      </dgm:t>
    </dgm:pt>
    <dgm:pt modelId="{2182216C-E84F-4952-888F-68153AD1A4AA}" type="sibTrans" cxnId="{67FA39B7-957E-41A1-B32F-85B015E8D5F0}">
      <dgm:prSet/>
      <dgm:spPr/>
      <dgm:t>
        <a:bodyPr/>
        <a:lstStyle/>
        <a:p>
          <a:endParaRPr lang="en-US"/>
        </a:p>
      </dgm:t>
    </dgm:pt>
    <dgm:pt modelId="{C8BB4AFA-9136-4830-9C01-61CBA035BC41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/>
              <a:cs typeface="Times New Roman"/>
            </a:rPr>
            <a:t>If booked for 2 hours → 700 × 2 = 1400</a:t>
          </a:r>
        </a:p>
      </dgm:t>
    </dgm:pt>
    <dgm:pt modelId="{B46BAD0C-F3B6-4857-88DC-F7A4BE1F4750}" type="parTrans" cxnId="{48ACB196-CB59-4355-94BE-CDC96996CD40}">
      <dgm:prSet/>
      <dgm:spPr/>
      <dgm:t>
        <a:bodyPr/>
        <a:lstStyle/>
        <a:p>
          <a:endParaRPr lang="en-US"/>
        </a:p>
      </dgm:t>
    </dgm:pt>
    <dgm:pt modelId="{7D01F700-76C3-41A7-8918-CB1066DE447E}" type="sibTrans" cxnId="{48ACB196-CB59-4355-94BE-CDC96996CD40}">
      <dgm:prSet/>
      <dgm:spPr/>
      <dgm:t>
        <a:bodyPr/>
        <a:lstStyle/>
        <a:p>
          <a:endParaRPr lang="en-US"/>
        </a:p>
      </dgm:t>
    </dgm:pt>
    <dgm:pt modelId="{CEDCCD09-1994-42E2-938D-241AE36726D1}" type="pres">
      <dgm:prSet presAssocID="{29269FF5-EBA9-41DD-B23C-A0FF02547BB7}" presName="root" presStyleCnt="0">
        <dgm:presLayoutVars>
          <dgm:dir/>
          <dgm:resizeHandles val="exact"/>
        </dgm:presLayoutVars>
      </dgm:prSet>
      <dgm:spPr/>
    </dgm:pt>
    <dgm:pt modelId="{610D1D56-F331-4FAB-9FE8-8F8144B273D4}" type="pres">
      <dgm:prSet presAssocID="{53EC0825-F4B7-4348-A470-C6C6E649E5AE}" presName="compNode" presStyleCnt="0"/>
      <dgm:spPr/>
    </dgm:pt>
    <dgm:pt modelId="{F3F7736E-23C4-4B4E-9423-D3068901C4E4}" type="pres">
      <dgm:prSet presAssocID="{53EC0825-F4B7-4348-A470-C6C6E649E5AE}" presName="iconBgRect" presStyleLbl="bgShp" presStyleIdx="0" presStyleCnt="4"/>
      <dgm:spPr/>
    </dgm:pt>
    <dgm:pt modelId="{F7C08CAD-5941-4BD7-9D73-83A45C218677}" type="pres">
      <dgm:prSet presAssocID="{53EC0825-F4B7-4348-A470-C6C6E649E5A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517BD96C-3382-4DCA-8883-D3EA0FE8DF3F}" type="pres">
      <dgm:prSet presAssocID="{53EC0825-F4B7-4348-A470-C6C6E649E5AE}" presName="spaceRect" presStyleCnt="0"/>
      <dgm:spPr/>
    </dgm:pt>
    <dgm:pt modelId="{C1EC722B-7E3E-457F-AF48-DA7CCDA5E980}" type="pres">
      <dgm:prSet presAssocID="{53EC0825-F4B7-4348-A470-C6C6E649E5AE}" presName="textRect" presStyleLbl="revTx" presStyleIdx="0" presStyleCnt="4">
        <dgm:presLayoutVars>
          <dgm:chMax val="1"/>
          <dgm:chPref val="1"/>
        </dgm:presLayoutVars>
      </dgm:prSet>
      <dgm:spPr/>
    </dgm:pt>
    <dgm:pt modelId="{1B65C2CB-71DB-4BD9-ABA0-A55B84632724}" type="pres">
      <dgm:prSet presAssocID="{599ED651-077C-4501-9613-D95EFF265D06}" presName="sibTrans" presStyleCnt="0"/>
      <dgm:spPr/>
    </dgm:pt>
    <dgm:pt modelId="{E7712FB4-7070-451F-9FE3-26ABE0827EC0}" type="pres">
      <dgm:prSet presAssocID="{FB4A16D2-9BAF-4A34-94CD-BE847954E12E}" presName="compNode" presStyleCnt="0"/>
      <dgm:spPr/>
    </dgm:pt>
    <dgm:pt modelId="{10322B06-007E-4943-ACD2-267A58F29F2F}" type="pres">
      <dgm:prSet presAssocID="{FB4A16D2-9BAF-4A34-94CD-BE847954E12E}" presName="iconBgRect" presStyleLbl="bgShp" presStyleIdx="1" presStyleCnt="4"/>
      <dgm:spPr/>
    </dgm:pt>
    <dgm:pt modelId="{45491093-2132-40E1-9207-8BA1B205AF7A}" type="pres">
      <dgm:prSet presAssocID="{FB4A16D2-9BAF-4A34-94CD-BE847954E12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5CEC70E-A6D9-4C73-99E4-7FF8A95F1DF3}" type="pres">
      <dgm:prSet presAssocID="{FB4A16D2-9BAF-4A34-94CD-BE847954E12E}" presName="spaceRect" presStyleCnt="0"/>
      <dgm:spPr/>
    </dgm:pt>
    <dgm:pt modelId="{A9613C65-834B-4EDC-8B3B-71F80FB6B2CA}" type="pres">
      <dgm:prSet presAssocID="{FB4A16D2-9BAF-4A34-94CD-BE847954E12E}" presName="textRect" presStyleLbl="revTx" presStyleIdx="1" presStyleCnt="4">
        <dgm:presLayoutVars>
          <dgm:chMax val="1"/>
          <dgm:chPref val="1"/>
        </dgm:presLayoutVars>
      </dgm:prSet>
      <dgm:spPr/>
    </dgm:pt>
    <dgm:pt modelId="{264A1364-017F-43B0-9929-BE0EF1229879}" type="pres">
      <dgm:prSet presAssocID="{28C3E8CA-E8DB-4B97-AE9E-23D054D5DF4B}" presName="sibTrans" presStyleCnt="0"/>
      <dgm:spPr/>
    </dgm:pt>
    <dgm:pt modelId="{214699C4-EE0C-42E5-884C-C36EB5DEA12E}" type="pres">
      <dgm:prSet presAssocID="{5736AD4A-95A8-4586-83FD-77179B8C409D}" presName="compNode" presStyleCnt="0"/>
      <dgm:spPr/>
    </dgm:pt>
    <dgm:pt modelId="{68948C48-CFFB-4F55-B608-49B98D0ABAA5}" type="pres">
      <dgm:prSet presAssocID="{5736AD4A-95A8-4586-83FD-77179B8C409D}" presName="iconBgRect" presStyleLbl="bgShp" presStyleIdx="2" presStyleCnt="4"/>
      <dgm:spPr/>
    </dgm:pt>
    <dgm:pt modelId="{08EE8633-39F2-4FB5-81CD-41DF25653149}" type="pres">
      <dgm:prSet presAssocID="{5736AD4A-95A8-4586-83FD-77179B8C409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icket"/>
        </a:ext>
      </dgm:extLst>
    </dgm:pt>
    <dgm:pt modelId="{D620DA76-8AF3-4C1D-B956-8C47A96A007C}" type="pres">
      <dgm:prSet presAssocID="{5736AD4A-95A8-4586-83FD-77179B8C409D}" presName="spaceRect" presStyleCnt="0"/>
      <dgm:spPr/>
    </dgm:pt>
    <dgm:pt modelId="{B931B33C-855C-4D21-8D1D-381A2063DC86}" type="pres">
      <dgm:prSet presAssocID="{5736AD4A-95A8-4586-83FD-77179B8C409D}" presName="textRect" presStyleLbl="revTx" presStyleIdx="2" presStyleCnt="4">
        <dgm:presLayoutVars>
          <dgm:chMax val="1"/>
          <dgm:chPref val="1"/>
        </dgm:presLayoutVars>
      </dgm:prSet>
      <dgm:spPr/>
    </dgm:pt>
    <dgm:pt modelId="{6345B1CF-E3DC-4F4E-A224-311BBA4FCF8B}" type="pres">
      <dgm:prSet presAssocID="{2182216C-E84F-4952-888F-68153AD1A4AA}" presName="sibTrans" presStyleCnt="0"/>
      <dgm:spPr/>
    </dgm:pt>
    <dgm:pt modelId="{07065496-7284-4499-843C-A01029EBA629}" type="pres">
      <dgm:prSet presAssocID="{C8BB4AFA-9136-4830-9C01-61CBA035BC41}" presName="compNode" presStyleCnt="0"/>
      <dgm:spPr/>
    </dgm:pt>
    <dgm:pt modelId="{31C88CB5-4AA4-441C-A24C-12D30F46FB8C}" type="pres">
      <dgm:prSet presAssocID="{C8BB4AFA-9136-4830-9C01-61CBA035BC41}" presName="iconBgRect" presStyleLbl="bgShp" presStyleIdx="3" presStyleCnt="4"/>
      <dgm:spPr/>
    </dgm:pt>
    <dgm:pt modelId="{D32DA0F6-B24E-49EF-ADDA-567078EADD03}" type="pres">
      <dgm:prSet presAssocID="{C8BB4AFA-9136-4830-9C01-61CBA035BC4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6C97398-EB35-4D68-898A-3D3643080862}" type="pres">
      <dgm:prSet presAssocID="{C8BB4AFA-9136-4830-9C01-61CBA035BC41}" presName="spaceRect" presStyleCnt="0"/>
      <dgm:spPr/>
    </dgm:pt>
    <dgm:pt modelId="{7CEE2FA8-36BE-453E-BE39-91F9A2809C15}" type="pres">
      <dgm:prSet presAssocID="{C8BB4AFA-9136-4830-9C01-61CBA035BC4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5F9F62A-7D3E-4305-A00F-FE74B054547C}" type="presOf" srcId="{29269FF5-EBA9-41DD-B23C-A0FF02547BB7}" destId="{CEDCCD09-1994-42E2-938D-241AE36726D1}" srcOrd="0" destOrd="0" presId="urn:microsoft.com/office/officeart/2018/5/layout/IconCircleLabelList"/>
    <dgm:cxn modelId="{4FFB2947-2361-4BD1-AADF-95D610BDD909}" srcId="{29269FF5-EBA9-41DD-B23C-A0FF02547BB7}" destId="{53EC0825-F4B7-4348-A470-C6C6E649E5AE}" srcOrd="0" destOrd="0" parTransId="{1BC0134A-578E-4602-A00A-0152D5D9A902}" sibTransId="{599ED651-077C-4501-9613-D95EFF265D06}"/>
    <dgm:cxn modelId="{20CAB158-5C89-423F-8640-0C9F4A7636BE}" type="presOf" srcId="{C8BB4AFA-9136-4830-9C01-61CBA035BC41}" destId="{7CEE2FA8-36BE-453E-BE39-91F9A2809C15}" srcOrd="0" destOrd="0" presId="urn:microsoft.com/office/officeart/2018/5/layout/IconCircleLabelList"/>
    <dgm:cxn modelId="{2701668D-1B68-4A6F-94E2-B66772412BC7}" type="presOf" srcId="{53EC0825-F4B7-4348-A470-C6C6E649E5AE}" destId="{C1EC722B-7E3E-457F-AF48-DA7CCDA5E980}" srcOrd="0" destOrd="0" presId="urn:microsoft.com/office/officeart/2018/5/layout/IconCircleLabelList"/>
    <dgm:cxn modelId="{48ACB196-CB59-4355-94BE-CDC96996CD40}" srcId="{29269FF5-EBA9-41DD-B23C-A0FF02547BB7}" destId="{C8BB4AFA-9136-4830-9C01-61CBA035BC41}" srcOrd="3" destOrd="0" parTransId="{B46BAD0C-F3B6-4857-88DC-F7A4BE1F4750}" sibTransId="{7D01F700-76C3-41A7-8918-CB1066DE447E}"/>
    <dgm:cxn modelId="{E27E8CA0-D9AB-4C2F-B8FA-6D6D440EC11F}" type="presOf" srcId="{FB4A16D2-9BAF-4A34-94CD-BE847954E12E}" destId="{A9613C65-834B-4EDC-8B3B-71F80FB6B2CA}" srcOrd="0" destOrd="0" presId="urn:microsoft.com/office/officeart/2018/5/layout/IconCircleLabelList"/>
    <dgm:cxn modelId="{9D1CD4A9-45D7-4C92-927A-FB1D28D9115C}" type="presOf" srcId="{5736AD4A-95A8-4586-83FD-77179B8C409D}" destId="{B931B33C-855C-4D21-8D1D-381A2063DC86}" srcOrd="0" destOrd="0" presId="urn:microsoft.com/office/officeart/2018/5/layout/IconCircleLabelList"/>
    <dgm:cxn modelId="{67FA39B7-957E-41A1-B32F-85B015E8D5F0}" srcId="{29269FF5-EBA9-41DD-B23C-A0FF02547BB7}" destId="{5736AD4A-95A8-4586-83FD-77179B8C409D}" srcOrd="2" destOrd="0" parTransId="{EE5AAA4A-03AF-4DB1-BA14-959C02597263}" sibTransId="{2182216C-E84F-4952-888F-68153AD1A4AA}"/>
    <dgm:cxn modelId="{D3BDBFF3-83FC-4293-A255-F21E011BF7EB}" srcId="{29269FF5-EBA9-41DD-B23C-A0FF02547BB7}" destId="{FB4A16D2-9BAF-4A34-94CD-BE847954E12E}" srcOrd="1" destOrd="0" parTransId="{D0CD150A-C957-4936-B2E9-ED7EF21E4812}" sibTransId="{28C3E8CA-E8DB-4B97-AE9E-23D054D5DF4B}"/>
    <dgm:cxn modelId="{B3D46B10-F9E7-4873-8BD3-DC83AF1E4660}" type="presParOf" srcId="{CEDCCD09-1994-42E2-938D-241AE36726D1}" destId="{610D1D56-F331-4FAB-9FE8-8F8144B273D4}" srcOrd="0" destOrd="0" presId="urn:microsoft.com/office/officeart/2018/5/layout/IconCircleLabelList"/>
    <dgm:cxn modelId="{1EAA3E5E-799E-48CD-AF67-1161D4D03CD0}" type="presParOf" srcId="{610D1D56-F331-4FAB-9FE8-8F8144B273D4}" destId="{F3F7736E-23C4-4B4E-9423-D3068901C4E4}" srcOrd="0" destOrd="0" presId="urn:microsoft.com/office/officeart/2018/5/layout/IconCircleLabelList"/>
    <dgm:cxn modelId="{8CAD0508-BD57-4C42-AD39-8DE8D39B410E}" type="presParOf" srcId="{610D1D56-F331-4FAB-9FE8-8F8144B273D4}" destId="{F7C08CAD-5941-4BD7-9D73-83A45C218677}" srcOrd="1" destOrd="0" presId="urn:microsoft.com/office/officeart/2018/5/layout/IconCircleLabelList"/>
    <dgm:cxn modelId="{B9DA43FD-C17F-4E6E-82D9-3A0509FFF599}" type="presParOf" srcId="{610D1D56-F331-4FAB-9FE8-8F8144B273D4}" destId="{517BD96C-3382-4DCA-8883-D3EA0FE8DF3F}" srcOrd="2" destOrd="0" presId="urn:microsoft.com/office/officeart/2018/5/layout/IconCircleLabelList"/>
    <dgm:cxn modelId="{234AAF67-FF28-43E2-9451-3039CC692A8D}" type="presParOf" srcId="{610D1D56-F331-4FAB-9FE8-8F8144B273D4}" destId="{C1EC722B-7E3E-457F-AF48-DA7CCDA5E980}" srcOrd="3" destOrd="0" presId="urn:microsoft.com/office/officeart/2018/5/layout/IconCircleLabelList"/>
    <dgm:cxn modelId="{CA4CF98E-A69B-44AD-9CF6-C7A3DB16E76D}" type="presParOf" srcId="{CEDCCD09-1994-42E2-938D-241AE36726D1}" destId="{1B65C2CB-71DB-4BD9-ABA0-A55B84632724}" srcOrd="1" destOrd="0" presId="urn:microsoft.com/office/officeart/2018/5/layout/IconCircleLabelList"/>
    <dgm:cxn modelId="{149646AA-A0BF-4387-8C59-41553047642F}" type="presParOf" srcId="{CEDCCD09-1994-42E2-938D-241AE36726D1}" destId="{E7712FB4-7070-451F-9FE3-26ABE0827EC0}" srcOrd="2" destOrd="0" presId="urn:microsoft.com/office/officeart/2018/5/layout/IconCircleLabelList"/>
    <dgm:cxn modelId="{6C711676-5CCE-48BC-9564-5CD86631A75B}" type="presParOf" srcId="{E7712FB4-7070-451F-9FE3-26ABE0827EC0}" destId="{10322B06-007E-4943-ACD2-267A58F29F2F}" srcOrd="0" destOrd="0" presId="urn:microsoft.com/office/officeart/2018/5/layout/IconCircleLabelList"/>
    <dgm:cxn modelId="{20694A57-A491-4681-AC60-76957D465589}" type="presParOf" srcId="{E7712FB4-7070-451F-9FE3-26ABE0827EC0}" destId="{45491093-2132-40E1-9207-8BA1B205AF7A}" srcOrd="1" destOrd="0" presId="urn:microsoft.com/office/officeart/2018/5/layout/IconCircleLabelList"/>
    <dgm:cxn modelId="{14C729A3-653D-4201-81FF-46CB073A54CB}" type="presParOf" srcId="{E7712FB4-7070-451F-9FE3-26ABE0827EC0}" destId="{05CEC70E-A6D9-4C73-99E4-7FF8A95F1DF3}" srcOrd="2" destOrd="0" presId="urn:microsoft.com/office/officeart/2018/5/layout/IconCircleLabelList"/>
    <dgm:cxn modelId="{C1BAD816-02E9-4013-9EEB-4E3E9EC5F752}" type="presParOf" srcId="{E7712FB4-7070-451F-9FE3-26ABE0827EC0}" destId="{A9613C65-834B-4EDC-8B3B-71F80FB6B2CA}" srcOrd="3" destOrd="0" presId="urn:microsoft.com/office/officeart/2018/5/layout/IconCircleLabelList"/>
    <dgm:cxn modelId="{97C89C43-EF8F-4978-9DED-E51E0A02D4EA}" type="presParOf" srcId="{CEDCCD09-1994-42E2-938D-241AE36726D1}" destId="{264A1364-017F-43B0-9929-BE0EF1229879}" srcOrd="3" destOrd="0" presId="urn:microsoft.com/office/officeart/2018/5/layout/IconCircleLabelList"/>
    <dgm:cxn modelId="{A82B49D9-BE10-4328-816B-160F5ADCB9B9}" type="presParOf" srcId="{CEDCCD09-1994-42E2-938D-241AE36726D1}" destId="{214699C4-EE0C-42E5-884C-C36EB5DEA12E}" srcOrd="4" destOrd="0" presId="urn:microsoft.com/office/officeart/2018/5/layout/IconCircleLabelList"/>
    <dgm:cxn modelId="{08E4236D-7B9F-4F83-88EE-17B9E2F60206}" type="presParOf" srcId="{214699C4-EE0C-42E5-884C-C36EB5DEA12E}" destId="{68948C48-CFFB-4F55-B608-49B98D0ABAA5}" srcOrd="0" destOrd="0" presId="urn:microsoft.com/office/officeart/2018/5/layout/IconCircleLabelList"/>
    <dgm:cxn modelId="{4B185227-3671-4E60-A738-19672808E1FB}" type="presParOf" srcId="{214699C4-EE0C-42E5-884C-C36EB5DEA12E}" destId="{08EE8633-39F2-4FB5-81CD-41DF25653149}" srcOrd="1" destOrd="0" presId="urn:microsoft.com/office/officeart/2018/5/layout/IconCircleLabelList"/>
    <dgm:cxn modelId="{A8731848-873C-4CC4-B8BF-5A6FB0FE6CB6}" type="presParOf" srcId="{214699C4-EE0C-42E5-884C-C36EB5DEA12E}" destId="{D620DA76-8AF3-4C1D-B956-8C47A96A007C}" srcOrd="2" destOrd="0" presId="urn:microsoft.com/office/officeart/2018/5/layout/IconCircleLabelList"/>
    <dgm:cxn modelId="{92BF1413-5EA6-4678-8E9B-B9893B23F4CD}" type="presParOf" srcId="{214699C4-EE0C-42E5-884C-C36EB5DEA12E}" destId="{B931B33C-855C-4D21-8D1D-381A2063DC86}" srcOrd="3" destOrd="0" presId="urn:microsoft.com/office/officeart/2018/5/layout/IconCircleLabelList"/>
    <dgm:cxn modelId="{4313F3B2-EA7D-43DE-8B42-530C11EBB36B}" type="presParOf" srcId="{CEDCCD09-1994-42E2-938D-241AE36726D1}" destId="{6345B1CF-E3DC-4F4E-A224-311BBA4FCF8B}" srcOrd="5" destOrd="0" presId="urn:microsoft.com/office/officeart/2018/5/layout/IconCircleLabelList"/>
    <dgm:cxn modelId="{FA0CD339-B3DA-449E-9E72-64E87FB5297C}" type="presParOf" srcId="{CEDCCD09-1994-42E2-938D-241AE36726D1}" destId="{07065496-7284-4499-843C-A01029EBA629}" srcOrd="6" destOrd="0" presId="urn:microsoft.com/office/officeart/2018/5/layout/IconCircleLabelList"/>
    <dgm:cxn modelId="{08BD2EBD-1033-4A9F-A119-7CF55D65A432}" type="presParOf" srcId="{07065496-7284-4499-843C-A01029EBA629}" destId="{31C88CB5-4AA4-441C-A24C-12D30F46FB8C}" srcOrd="0" destOrd="0" presId="urn:microsoft.com/office/officeart/2018/5/layout/IconCircleLabelList"/>
    <dgm:cxn modelId="{F8F023AE-6B5E-40DA-B884-EAFBF0BAD414}" type="presParOf" srcId="{07065496-7284-4499-843C-A01029EBA629}" destId="{D32DA0F6-B24E-49EF-ADDA-567078EADD03}" srcOrd="1" destOrd="0" presId="urn:microsoft.com/office/officeart/2018/5/layout/IconCircleLabelList"/>
    <dgm:cxn modelId="{39079C18-AD28-4CC2-9F20-A9E4567A9529}" type="presParOf" srcId="{07065496-7284-4499-843C-A01029EBA629}" destId="{06C97398-EB35-4D68-898A-3D3643080862}" srcOrd="2" destOrd="0" presId="urn:microsoft.com/office/officeart/2018/5/layout/IconCircleLabelList"/>
    <dgm:cxn modelId="{42968366-81D1-498F-8372-00C64EC16323}" type="presParOf" srcId="{07065496-7284-4499-843C-A01029EBA629}" destId="{7CEE2FA8-36BE-453E-BE39-91F9A2809C1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9E8500D-CFB0-4E30-817E-C83B7EB6FA1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40D55F6-F743-42C8-B7C7-5AC39B59FB3B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/>
              <a:cs typeface="Times New Roman"/>
            </a:rPr>
            <a:t>Each booking gets a random 4-digit ID.</a:t>
          </a:r>
        </a:p>
      </dgm:t>
    </dgm:pt>
    <dgm:pt modelId="{D78A2B15-1189-46EC-8AF4-B7C145D3B28E}" type="parTrans" cxnId="{B67C304D-F60B-4234-BD25-C415AC4F2549}">
      <dgm:prSet/>
      <dgm:spPr/>
      <dgm:t>
        <a:bodyPr/>
        <a:lstStyle/>
        <a:p>
          <a:endParaRPr lang="en-US"/>
        </a:p>
      </dgm:t>
    </dgm:pt>
    <dgm:pt modelId="{58CE6F55-9DAE-4628-870B-0B8E7FF43E8C}" type="sibTrans" cxnId="{B67C304D-F60B-4234-BD25-C415AC4F2549}">
      <dgm:prSet/>
      <dgm:spPr/>
      <dgm:t>
        <a:bodyPr/>
        <a:lstStyle/>
        <a:p>
          <a:endParaRPr lang="en-US"/>
        </a:p>
      </dgm:t>
    </dgm:pt>
    <dgm:pt modelId="{4B87BF13-7619-4BD5-A5B3-3A0BC9433984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/>
              <a:cs typeface="Times New Roman"/>
            </a:rPr>
            <a:t>It helps to:</a:t>
          </a:r>
        </a:p>
      </dgm:t>
    </dgm:pt>
    <dgm:pt modelId="{EEE80AAE-E671-4D6C-8087-050659512E77}" type="parTrans" cxnId="{A6F4CFBE-0008-41C4-AE3D-A5A3FA5BEB9E}">
      <dgm:prSet/>
      <dgm:spPr/>
      <dgm:t>
        <a:bodyPr/>
        <a:lstStyle/>
        <a:p>
          <a:endParaRPr lang="en-US"/>
        </a:p>
      </dgm:t>
    </dgm:pt>
    <dgm:pt modelId="{ABFDF82E-C1BB-4CE2-BFFC-B243DF863DB9}" type="sibTrans" cxnId="{A6F4CFBE-0008-41C4-AE3D-A5A3FA5BEB9E}">
      <dgm:prSet/>
      <dgm:spPr/>
      <dgm:t>
        <a:bodyPr/>
        <a:lstStyle/>
        <a:p>
          <a:endParaRPr lang="en-US"/>
        </a:p>
      </dgm:t>
    </dgm:pt>
    <dgm:pt modelId="{D5B4A556-C2FC-47C2-904C-1DD2B3294F56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/>
              <a:cs typeface="Times New Roman"/>
            </a:rPr>
            <a:t>- Search bookings easily</a:t>
          </a:r>
        </a:p>
      </dgm:t>
    </dgm:pt>
    <dgm:pt modelId="{B875425F-7676-42ED-B75E-664DBF4B5482}" type="parTrans" cxnId="{16F51C03-BF43-4FB6-8CDB-5D2161422540}">
      <dgm:prSet/>
      <dgm:spPr/>
      <dgm:t>
        <a:bodyPr/>
        <a:lstStyle/>
        <a:p>
          <a:endParaRPr lang="en-US"/>
        </a:p>
      </dgm:t>
    </dgm:pt>
    <dgm:pt modelId="{DA03C597-96B3-4E96-8C76-2BF9247B2BFD}" type="sibTrans" cxnId="{16F51C03-BF43-4FB6-8CDB-5D2161422540}">
      <dgm:prSet/>
      <dgm:spPr/>
      <dgm:t>
        <a:bodyPr/>
        <a:lstStyle/>
        <a:p>
          <a:endParaRPr lang="en-US"/>
        </a:p>
      </dgm:t>
    </dgm:pt>
    <dgm:pt modelId="{49EAFCCD-C889-427D-88B9-809AD700E2D0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/>
              <a:cs typeface="Times New Roman"/>
            </a:rPr>
            <a:t>- Avoid confusion between users</a:t>
          </a:r>
        </a:p>
      </dgm:t>
    </dgm:pt>
    <dgm:pt modelId="{84BAEE43-7497-4A13-8CD4-D2F82D8F0B3E}" type="parTrans" cxnId="{E119BF61-CFD9-4436-BDB4-1F9AB48F1C2B}">
      <dgm:prSet/>
      <dgm:spPr/>
      <dgm:t>
        <a:bodyPr/>
        <a:lstStyle/>
        <a:p>
          <a:endParaRPr lang="en-US"/>
        </a:p>
      </dgm:t>
    </dgm:pt>
    <dgm:pt modelId="{5C54DAEC-831C-4B21-A420-B914E32A8D08}" type="sibTrans" cxnId="{E119BF61-CFD9-4436-BDB4-1F9AB48F1C2B}">
      <dgm:prSet/>
      <dgm:spPr/>
      <dgm:t>
        <a:bodyPr/>
        <a:lstStyle/>
        <a:p>
          <a:endParaRPr lang="en-US"/>
        </a:p>
      </dgm:t>
    </dgm:pt>
    <dgm:pt modelId="{E80F70A1-0327-4F80-A62C-31939E9E40A0}" type="pres">
      <dgm:prSet presAssocID="{B9E8500D-CFB0-4E30-817E-C83B7EB6FA11}" presName="root" presStyleCnt="0">
        <dgm:presLayoutVars>
          <dgm:dir/>
          <dgm:resizeHandles val="exact"/>
        </dgm:presLayoutVars>
      </dgm:prSet>
      <dgm:spPr/>
    </dgm:pt>
    <dgm:pt modelId="{B30BFACB-0C7D-4727-AFB4-26ADE0A99A93}" type="pres">
      <dgm:prSet presAssocID="{240D55F6-F743-42C8-B7C7-5AC39B59FB3B}" presName="compNode" presStyleCnt="0"/>
      <dgm:spPr/>
    </dgm:pt>
    <dgm:pt modelId="{339B3E32-CDA3-473E-ABF1-59F6371EBE43}" type="pres">
      <dgm:prSet presAssocID="{240D55F6-F743-42C8-B7C7-5AC39B59FB3B}" presName="iconBgRect" presStyleLbl="bgShp" presStyleIdx="0" presStyleCnt="4"/>
      <dgm:spPr/>
    </dgm:pt>
    <dgm:pt modelId="{E7FC5FF8-181C-4B31-B368-75DD6CF5E4EB}" type="pres">
      <dgm:prSet presAssocID="{240D55F6-F743-42C8-B7C7-5AC39B59FB3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E8A9321F-43AB-4CD8-ABC9-0AA21DE0E48D}" type="pres">
      <dgm:prSet presAssocID="{240D55F6-F743-42C8-B7C7-5AC39B59FB3B}" presName="spaceRect" presStyleCnt="0"/>
      <dgm:spPr/>
    </dgm:pt>
    <dgm:pt modelId="{C346F71B-FC94-4979-8DA1-53BE2208B024}" type="pres">
      <dgm:prSet presAssocID="{240D55F6-F743-42C8-B7C7-5AC39B59FB3B}" presName="textRect" presStyleLbl="revTx" presStyleIdx="0" presStyleCnt="4">
        <dgm:presLayoutVars>
          <dgm:chMax val="1"/>
          <dgm:chPref val="1"/>
        </dgm:presLayoutVars>
      </dgm:prSet>
      <dgm:spPr/>
    </dgm:pt>
    <dgm:pt modelId="{EDC36B6D-B663-430C-A857-3158DCAA3DBA}" type="pres">
      <dgm:prSet presAssocID="{58CE6F55-9DAE-4628-870B-0B8E7FF43E8C}" presName="sibTrans" presStyleCnt="0"/>
      <dgm:spPr/>
    </dgm:pt>
    <dgm:pt modelId="{ACA63122-94D0-481E-BCE9-8C9FE9408E15}" type="pres">
      <dgm:prSet presAssocID="{4B87BF13-7619-4BD5-A5B3-3A0BC9433984}" presName="compNode" presStyleCnt="0"/>
      <dgm:spPr/>
    </dgm:pt>
    <dgm:pt modelId="{C9195736-2A9B-437F-BACB-8C6DDD0A6240}" type="pres">
      <dgm:prSet presAssocID="{4B87BF13-7619-4BD5-A5B3-3A0BC9433984}" presName="iconBgRect" presStyleLbl="bgShp" presStyleIdx="1" presStyleCnt="4"/>
      <dgm:spPr/>
    </dgm:pt>
    <dgm:pt modelId="{D4A5BC73-AFBF-4CDA-BFAB-3C7C2618B885}" type="pres">
      <dgm:prSet presAssocID="{4B87BF13-7619-4BD5-A5B3-3A0BC943398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cket knife"/>
        </a:ext>
      </dgm:extLst>
    </dgm:pt>
    <dgm:pt modelId="{C27B5ADF-26FC-4009-BD9C-412943014834}" type="pres">
      <dgm:prSet presAssocID="{4B87BF13-7619-4BD5-A5B3-3A0BC9433984}" presName="spaceRect" presStyleCnt="0"/>
      <dgm:spPr/>
    </dgm:pt>
    <dgm:pt modelId="{F14A9AA0-7E11-4A78-89DF-90D07A23A9BC}" type="pres">
      <dgm:prSet presAssocID="{4B87BF13-7619-4BD5-A5B3-3A0BC9433984}" presName="textRect" presStyleLbl="revTx" presStyleIdx="1" presStyleCnt="4">
        <dgm:presLayoutVars>
          <dgm:chMax val="1"/>
          <dgm:chPref val="1"/>
        </dgm:presLayoutVars>
      </dgm:prSet>
      <dgm:spPr/>
    </dgm:pt>
    <dgm:pt modelId="{291FC99B-812F-4CE7-97D0-AD2C5507173B}" type="pres">
      <dgm:prSet presAssocID="{ABFDF82E-C1BB-4CE2-BFFC-B243DF863DB9}" presName="sibTrans" presStyleCnt="0"/>
      <dgm:spPr/>
    </dgm:pt>
    <dgm:pt modelId="{54D26A0D-2AD0-4915-ADF3-B2BB3D723E4A}" type="pres">
      <dgm:prSet presAssocID="{D5B4A556-C2FC-47C2-904C-1DD2B3294F56}" presName="compNode" presStyleCnt="0"/>
      <dgm:spPr/>
    </dgm:pt>
    <dgm:pt modelId="{CEEE9510-5A1C-431F-80AF-AEF8534A7EA2}" type="pres">
      <dgm:prSet presAssocID="{D5B4A556-C2FC-47C2-904C-1DD2B3294F56}" presName="iconBgRect" presStyleLbl="bgShp" presStyleIdx="2" presStyleCnt="4"/>
      <dgm:spPr/>
    </dgm:pt>
    <dgm:pt modelId="{9B0E7113-232B-4ABF-9480-FA85EC43E0C9}" type="pres">
      <dgm:prSet presAssocID="{D5B4A556-C2FC-47C2-904C-1DD2B3294F5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1AD64588-007A-477E-B03D-547CD4C2DAB7}" type="pres">
      <dgm:prSet presAssocID="{D5B4A556-C2FC-47C2-904C-1DD2B3294F56}" presName="spaceRect" presStyleCnt="0"/>
      <dgm:spPr/>
    </dgm:pt>
    <dgm:pt modelId="{11E6656F-337D-424D-ADC7-E62EC4D39E68}" type="pres">
      <dgm:prSet presAssocID="{D5B4A556-C2FC-47C2-904C-1DD2B3294F56}" presName="textRect" presStyleLbl="revTx" presStyleIdx="2" presStyleCnt="4">
        <dgm:presLayoutVars>
          <dgm:chMax val="1"/>
          <dgm:chPref val="1"/>
        </dgm:presLayoutVars>
      </dgm:prSet>
      <dgm:spPr/>
    </dgm:pt>
    <dgm:pt modelId="{F64EAC4B-5A66-485D-A6BC-36F7161FEA60}" type="pres">
      <dgm:prSet presAssocID="{DA03C597-96B3-4E96-8C76-2BF9247B2BFD}" presName="sibTrans" presStyleCnt="0"/>
      <dgm:spPr/>
    </dgm:pt>
    <dgm:pt modelId="{6C5F26E6-9A95-4549-9859-6C8B7ACF9AB8}" type="pres">
      <dgm:prSet presAssocID="{49EAFCCD-C889-427D-88B9-809AD700E2D0}" presName="compNode" presStyleCnt="0"/>
      <dgm:spPr/>
    </dgm:pt>
    <dgm:pt modelId="{79AB68C6-E81D-4471-A6AA-C6ED1740CA53}" type="pres">
      <dgm:prSet presAssocID="{49EAFCCD-C889-427D-88B9-809AD700E2D0}" presName="iconBgRect" presStyleLbl="bgShp" presStyleIdx="3" presStyleCnt="4"/>
      <dgm:spPr/>
    </dgm:pt>
    <dgm:pt modelId="{FC5C2FF8-F0BB-48B8-B6E9-FC3C358F9CE4}" type="pres">
      <dgm:prSet presAssocID="{49EAFCCD-C889-427D-88B9-809AD700E2D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524DE043-0DF4-46A0-A531-8C32091D889A}" type="pres">
      <dgm:prSet presAssocID="{49EAFCCD-C889-427D-88B9-809AD700E2D0}" presName="spaceRect" presStyleCnt="0"/>
      <dgm:spPr/>
    </dgm:pt>
    <dgm:pt modelId="{41B37772-65F4-4BA6-A763-1FE8B44EC3C4}" type="pres">
      <dgm:prSet presAssocID="{49EAFCCD-C889-427D-88B9-809AD700E2D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6F51C03-BF43-4FB6-8CDB-5D2161422540}" srcId="{B9E8500D-CFB0-4E30-817E-C83B7EB6FA11}" destId="{D5B4A556-C2FC-47C2-904C-1DD2B3294F56}" srcOrd="2" destOrd="0" parTransId="{B875425F-7676-42ED-B75E-664DBF4B5482}" sibTransId="{DA03C597-96B3-4E96-8C76-2BF9247B2BFD}"/>
    <dgm:cxn modelId="{21400C19-6156-4F48-AD53-FBBC2EAC8BCB}" type="presOf" srcId="{B9E8500D-CFB0-4E30-817E-C83B7EB6FA11}" destId="{E80F70A1-0327-4F80-A62C-31939E9E40A0}" srcOrd="0" destOrd="0" presId="urn:microsoft.com/office/officeart/2018/5/layout/IconCircleLabelList"/>
    <dgm:cxn modelId="{1B120C22-D9CA-40A0-B86D-55A6A30DA756}" type="presOf" srcId="{D5B4A556-C2FC-47C2-904C-1DD2B3294F56}" destId="{11E6656F-337D-424D-ADC7-E62EC4D39E68}" srcOrd="0" destOrd="0" presId="urn:microsoft.com/office/officeart/2018/5/layout/IconCircleLabelList"/>
    <dgm:cxn modelId="{5A3ECA25-CD51-4243-B6AD-90F552DC8EE8}" type="presOf" srcId="{240D55F6-F743-42C8-B7C7-5AC39B59FB3B}" destId="{C346F71B-FC94-4979-8DA1-53BE2208B024}" srcOrd="0" destOrd="0" presId="urn:microsoft.com/office/officeart/2018/5/layout/IconCircleLabelList"/>
    <dgm:cxn modelId="{622F8360-DD68-454E-8529-D706CD60FF39}" type="presOf" srcId="{4B87BF13-7619-4BD5-A5B3-3A0BC9433984}" destId="{F14A9AA0-7E11-4A78-89DF-90D07A23A9BC}" srcOrd="0" destOrd="0" presId="urn:microsoft.com/office/officeart/2018/5/layout/IconCircleLabelList"/>
    <dgm:cxn modelId="{E119BF61-CFD9-4436-BDB4-1F9AB48F1C2B}" srcId="{B9E8500D-CFB0-4E30-817E-C83B7EB6FA11}" destId="{49EAFCCD-C889-427D-88B9-809AD700E2D0}" srcOrd="3" destOrd="0" parTransId="{84BAEE43-7497-4A13-8CD4-D2F82D8F0B3E}" sibTransId="{5C54DAEC-831C-4B21-A420-B914E32A8D08}"/>
    <dgm:cxn modelId="{B67C304D-F60B-4234-BD25-C415AC4F2549}" srcId="{B9E8500D-CFB0-4E30-817E-C83B7EB6FA11}" destId="{240D55F6-F743-42C8-B7C7-5AC39B59FB3B}" srcOrd="0" destOrd="0" parTransId="{D78A2B15-1189-46EC-8AF4-B7C145D3B28E}" sibTransId="{58CE6F55-9DAE-4628-870B-0B8E7FF43E8C}"/>
    <dgm:cxn modelId="{3B564489-AC0B-4C91-BEC5-7464B7E4D709}" type="presOf" srcId="{49EAFCCD-C889-427D-88B9-809AD700E2D0}" destId="{41B37772-65F4-4BA6-A763-1FE8B44EC3C4}" srcOrd="0" destOrd="0" presId="urn:microsoft.com/office/officeart/2018/5/layout/IconCircleLabelList"/>
    <dgm:cxn modelId="{A6F4CFBE-0008-41C4-AE3D-A5A3FA5BEB9E}" srcId="{B9E8500D-CFB0-4E30-817E-C83B7EB6FA11}" destId="{4B87BF13-7619-4BD5-A5B3-3A0BC9433984}" srcOrd="1" destOrd="0" parTransId="{EEE80AAE-E671-4D6C-8087-050659512E77}" sibTransId="{ABFDF82E-C1BB-4CE2-BFFC-B243DF863DB9}"/>
    <dgm:cxn modelId="{435B62B9-0CA3-4B5C-B036-3058C5AB9107}" type="presParOf" srcId="{E80F70A1-0327-4F80-A62C-31939E9E40A0}" destId="{B30BFACB-0C7D-4727-AFB4-26ADE0A99A93}" srcOrd="0" destOrd="0" presId="urn:microsoft.com/office/officeart/2018/5/layout/IconCircleLabelList"/>
    <dgm:cxn modelId="{076B3148-92FE-4414-8F62-80D70641908E}" type="presParOf" srcId="{B30BFACB-0C7D-4727-AFB4-26ADE0A99A93}" destId="{339B3E32-CDA3-473E-ABF1-59F6371EBE43}" srcOrd="0" destOrd="0" presId="urn:microsoft.com/office/officeart/2018/5/layout/IconCircleLabelList"/>
    <dgm:cxn modelId="{81A86EFC-5E7C-4885-BF73-CC850F8C542B}" type="presParOf" srcId="{B30BFACB-0C7D-4727-AFB4-26ADE0A99A93}" destId="{E7FC5FF8-181C-4B31-B368-75DD6CF5E4EB}" srcOrd="1" destOrd="0" presId="urn:microsoft.com/office/officeart/2018/5/layout/IconCircleLabelList"/>
    <dgm:cxn modelId="{BD6C4F91-9712-4C74-8B90-A4727FB382FA}" type="presParOf" srcId="{B30BFACB-0C7D-4727-AFB4-26ADE0A99A93}" destId="{E8A9321F-43AB-4CD8-ABC9-0AA21DE0E48D}" srcOrd="2" destOrd="0" presId="urn:microsoft.com/office/officeart/2018/5/layout/IconCircleLabelList"/>
    <dgm:cxn modelId="{7D9F88E0-C8E2-4EE9-BF36-FCF8285B9A62}" type="presParOf" srcId="{B30BFACB-0C7D-4727-AFB4-26ADE0A99A93}" destId="{C346F71B-FC94-4979-8DA1-53BE2208B024}" srcOrd="3" destOrd="0" presId="urn:microsoft.com/office/officeart/2018/5/layout/IconCircleLabelList"/>
    <dgm:cxn modelId="{43A6386B-6E10-47FB-B816-5DDB73AE4DCC}" type="presParOf" srcId="{E80F70A1-0327-4F80-A62C-31939E9E40A0}" destId="{EDC36B6D-B663-430C-A857-3158DCAA3DBA}" srcOrd="1" destOrd="0" presId="urn:microsoft.com/office/officeart/2018/5/layout/IconCircleLabelList"/>
    <dgm:cxn modelId="{12693A98-250D-45E2-8DF5-08C7014FDD6F}" type="presParOf" srcId="{E80F70A1-0327-4F80-A62C-31939E9E40A0}" destId="{ACA63122-94D0-481E-BCE9-8C9FE9408E15}" srcOrd="2" destOrd="0" presId="urn:microsoft.com/office/officeart/2018/5/layout/IconCircleLabelList"/>
    <dgm:cxn modelId="{51B7B96B-7BD2-4110-91B1-1DF35070B25E}" type="presParOf" srcId="{ACA63122-94D0-481E-BCE9-8C9FE9408E15}" destId="{C9195736-2A9B-437F-BACB-8C6DDD0A6240}" srcOrd="0" destOrd="0" presId="urn:microsoft.com/office/officeart/2018/5/layout/IconCircleLabelList"/>
    <dgm:cxn modelId="{65C6F760-505C-4FC2-AB8F-BE6BAA3E8C85}" type="presParOf" srcId="{ACA63122-94D0-481E-BCE9-8C9FE9408E15}" destId="{D4A5BC73-AFBF-4CDA-BFAB-3C7C2618B885}" srcOrd="1" destOrd="0" presId="urn:microsoft.com/office/officeart/2018/5/layout/IconCircleLabelList"/>
    <dgm:cxn modelId="{A514B431-A317-4AC1-AD58-2628B8810D35}" type="presParOf" srcId="{ACA63122-94D0-481E-BCE9-8C9FE9408E15}" destId="{C27B5ADF-26FC-4009-BD9C-412943014834}" srcOrd="2" destOrd="0" presId="urn:microsoft.com/office/officeart/2018/5/layout/IconCircleLabelList"/>
    <dgm:cxn modelId="{C8E3A32B-DB14-4C13-84F3-175C58BBF633}" type="presParOf" srcId="{ACA63122-94D0-481E-BCE9-8C9FE9408E15}" destId="{F14A9AA0-7E11-4A78-89DF-90D07A23A9BC}" srcOrd="3" destOrd="0" presId="urn:microsoft.com/office/officeart/2018/5/layout/IconCircleLabelList"/>
    <dgm:cxn modelId="{A1216A95-AF03-46D3-8619-5CAFC8E3A661}" type="presParOf" srcId="{E80F70A1-0327-4F80-A62C-31939E9E40A0}" destId="{291FC99B-812F-4CE7-97D0-AD2C5507173B}" srcOrd="3" destOrd="0" presId="urn:microsoft.com/office/officeart/2018/5/layout/IconCircleLabelList"/>
    <dgm:cxn modelId="{4C724104-7674-4845-A979-188E4E4DC8A7}" type="presParOf" srcId="{E80F70A1-0327-4F80-A62C-31939E9E40A0}" destId="{54D26A0D-2AD0-4915-ADF3-B2BB3D723E4A}" srcOrd="4" destOrd="0" presId="urn:microsoft.com/office/officeart/2018/5/layout/IconCircleLabelList"/>
    <dgm:cxn modelId="{7349E5D1-D39D-438A-BB02-C75636DD4BAC}" type="presParOf" srcId="{54D26A0D-2AD0-4915-ADF3-B2BB3D723E4A}" destId="{CEEE9510-5A1C-431F-80AF-AEF8534A7EA2}" srcOrd="0" destOrd="0" presId="urn:microsoft.com/office/officeart/2018/5/layout/IconCircleLabelList"/>
    <dgm:cxn modelId="{8AC6BFFC-8EFA-4B62-A99B-B8F6619F8230}" type="presParOf" srcId="{54D26A0D-2AD0-4915-ADF3-B2BB3D723E4A}" destId="{9B0E7113-232B-4ABF-9480-FA85EC43E0C9}" srcOrd="1" destOrd="0" presId="urn:microsoft.com/office/officeart/2018/5/layout/IconCircleLabelList"/>
    <dgm:cxn modelId="{65C40B50-53FC-43B3-8290-EFA8180BFE3B}" type="presParOf" srcId="{54D26A0D-2AD0-4915-ADF3-B2BB3D723E4A}" destId="{1AD64588-007A-477E-B03D-547CD4C2DAB7}" srcOrd="2" destOrd="0" presId="urn:microsoft.com/office/officeart/2018/5/layout/IconCircleLabelList"/>
    <dgm:cxn modelId="{D7136077-C8D7-4A2F-876C-8BEC344CAD2E}" type="presParOf" srcId="{54D26A0D-2AD0-4915-ADF3-B2BB3D723E4A}" destId="{11E6656F-337D-424D-ADC7-E62EC4D39E68}" srcOrd="3" destOrd="0" presId="urn:microsoft.com/office/officeart/2018/5/layout/IconCircleLabelList"/>
    <dgm:cxn modelId="{1B2BA8FB-570B-4786-95E3-8BA36AB55E9B}" type="presParOf" srcId="{E80F70A1-0327-4F80-A62C-31939E9E40A0}" destId="{F64EAC4B-5A66-485D-A6BC-36F7161FEA60}" srcOrd="5" destOrd="0" presId="urn:microsoft.com/office/officeart/2018/5/layout/IconCircleLabelList"/>
    <dgm:cxn modelId="{593BA143-65A1-40B7-B2E2-22E4EB86C996}" type="presParOf" srcId="{E80F70A1-0327-4F80-A62C-31939E9E40A0}" destId="{6C5F26E6-9A95-4549-9859-6C8B7ACF9AB8}" srcOrd="6" destOrd="0" presId="urn:microsoft.com/office/officeart/2018/5/layout/IconCircleLabelList"/>
    <dgm:cxn modelId="{3D09EFA5-E2E5-4442-987F-30DF994F2F7B}" type="presParOf" srcId="{6C5F26E6-9A95-4549-9859-6C8B7ACF9AB8}" destId="{79AB68C6-E81D-4471-A6AA-C6ED1740CA53}" srcOrd="0" destOrd="0" presId="urn:microsoft.com/office/officeart/2018/5/layout/IconCircleLabelList"/>
    <dgm:cxn modelId="{B7DC8377-D21A-4DA4-B10B-369A4F33EC50}" type="presParOf" srcId="{6C5F26E6-9A95-4549-9859-6C8B7ACF9AB8}" destId="{FC5C2FF8-F0BB-48B8-B6E9-FC3C358F9CE4}" srcOrd="1" destOrd="0" presId="urn:microsoft.com/office/officeart/2018/5/layout/IconCircleLabelList"/>
    <dgm:cxn modelId="{FC43A2FC-5A6E-4B81-AEA2-30FE1E3DA346}" type="presParOf" srcId="{6C5F26E6-9A95-4549-9859-6C8B7ACF9AB8}" destId="{524DE043-0DF4-46A0-A531-8C32091D889A}" srcOrd="2" destOrd="0" presId="urn:microsoft.com/office/officeart/2018/5/layout/IconCircleLabelList"/>
    <dgm:cxn modelId="{0C8E32B1-0D17-43B2-882E-71FB9EFFBB27}" type="presParOf" srcId="{6C5F26E6-9A95-4549-9859-6C8B7ACF9AB8}" destId="{41B37772-65F4-4BA6-A763-1FE8B44EC3C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49DA98E-FEE3-4971-A879-58E9B8505FC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28756CF-D845-4017-A4CA-8FB5F6723807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You can:</a:t>
          </a:r>
        </a:p>
      </dgm:t>
    </dgm:pt>
    <dgm:pt modelId="{107FFE28-945B-43EA-AB77-F54D8D41A5D9}" type="parTrans" cxnId="{DEC6B206-3166-44BA-90C9-91464E70DEFF}">
      <dgm:prSet/>
      <dgm:spPr/>
      <dgm:t>
        <a:bodyPr/>
        <a:lstStyle/>
        <a:p>
          <a:endParaRPr lang="en-US"/>
        </a:p>
      </dgm:t>
    </dgm:pt>
    <dgm:pt modelId="{C5BB7B55-37EC-44A9-BD0A-8E300E539ADC}" type="sibTrans" cxnId="{DEC6B206-3166-44BA-90C9-91464E70DEFF}">
      <dgm:prSet/>
      <dgm:spPr/>
      <dgm:t>
        <a:bodyPr/>
        <a:lstStyle/>
        <a:p>
          <a:endParaRPr lang="en-US"/>
        </a:p>
      </dgm:t>
    </dgm:pt>
    <dgm:pt modelId="{9555A17B-FF34-4173-9F46-180A119E74C6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1. View all bookings</a:t>
          </a:r>
        </a:p>
      </dgm:t>
    </dgm:pt>
    <dgm:pt modelId="{11D88D5F-1791-4D80-961B-FAE25EFA0754}" type="parTrans" cxnId="{CCAABC7D-F809-4ABA-8D19-6A8C5EAB2A79}">
      <dgm:prSet/>
      <dgm:spPr/>
      <dgm:t>
        <a:bodyPr/>
        <a:lstStyle/>
        <a:p>
          <a:endParaRPr lang="en-US"/>
        </a:p>
      </dgm:t>
    </dgm:pt>
    <dgm:pt modelId="{1BF1FC5C-0F61-4A43-9865-FA671FCCF1B2}" type="sibTrans" cxnId="{CCAABC7D-F809-4ABA-8D19-6A8C5EAB2A79}">
      <dgm:prSet/>
      <dgm:spPr/>
      <dgm:t>
        <a:bodyPr/>
        <a:lstStyle/>
        <a:p>
          <a:endParaRPr lang="en-US"/>
        </a:p>
      </dgm:t>
    </dgm:pt>
    <dgm:pt modelId="{85A03412-51C0-48A4-8318-335AF1408FE7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2. View by date</a:t>
          </a:r>
        </a:p>
      </dgm:t>
    </dgm:pt>
    <dgm:pt modelId="{E75E96D7-09C6-4936-90DC-FCD172869504}" type="parTrans" cxnId="{2C3E081B-9DD4-4BC0-878A-9881C4E30341}">
      <dgm:prSet/>
      <dgm:spPr/>
      <dgm:t>
        <a:bodyPr/>
        <a:lstStyle/>
        <a:p>
          <a:endParaRPr lang="en-US"/>
        </a:p>
      </dgm:t>
    </dgm:pt>
    <dgm:pt modelId="{071BC5C4-8606-493D-A13A-86DD1B30278C}" type="sibTrans" cxnId="{2C3E081B-9DD4-4BC0-878A-9881C4E30341}">
      <dgm:prSet/>
      <dgm:spPr/>
      <dgm:t>
        <a:bodyPr/>
        <a:lstStyle/>
        <a:p>
          <a:endParaRPr lang="en-US"/>
        </a:p>
      </dgm:t>
    </dgm:pt>
    <dgm:pt modelId="{B6A184CF-F1A1-470B-A291-4BC151536DD8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3. View by game</a:t>
          </a:r>
        </a:p>
      </dgm:t>
    </dgm:pt>
    <dgm:pt modelId="{8D4547E9-B280-448D-AF7E-FF87524C6147}" type="parTrans" cxnId="{33951F62-7CCF-4092-9252-7D582519FAEC}">
      <dgm:prSet/>
      <dgm:spPr/>
      <dgm:t>
        <a:bodyPr/>
        <a:lstStyle/>
        <a:p>
          <a:endParaRPr lang="en-US"/>
        </a:p>
      </dgm:t>
    </dgm:pt>
    <dgm:pt modelId="{02E8C361-59FC-487A-BB7C-D036E8029691}" type="sibTrans" cxnId="{33951F62-7CCF-4092-9252-7D582519FAEC}">
      <dgm:prSet/>
      <dgm:spPr/>
      <dgm:t>
        <a:bodyPr/>
        <a:lstStyle/>
        <a:p>
          <a:endParaRPr lang="en-US"/>
        </a:p>
      </dgm:t>
    </dgm:pt>
    <dgm:pt modelId="{81BF4302-9E63-407C-8324-73D67E34B617}" type="pres">
      <dgm:prSet presAssocID="{C49DA98E-FEE3-4971-A879-58E9B8505FC6}" presName="root" presStyleCnt="0">
        <dgm:presLayoutVars>
          <dgm:dir/>
          <dgm:resizeHandles val="exact"/>
        </dgm:presLayoutVars>
      </dgm:prSet>
      <dgm:spPr/>
    </dgm:pt>
    <dgm:pt modelId="{B590FB40-ADA7-4919-A953-4E1D9BFA5AD9}" type="pres">
      <dgm:prSet presAssocID="{C49DA98E-FEE3-4971-A879-58E9B8505FC6}" presName="container" presStyleCnt="0">
        <dgm:presLayoutVars>
          <dgm:dir/>
          <dgm:resizeHandles val="exact"/>
        </dgm:presLayoutVars>
      </dgm:prSet>
      <dgm:spPr/>
    </dgm:pt>
    <dgm:pt modelId="{D8265B78-110D-4A10-970A-D5F901A5DE47}" type="pres">
      <dgm:prSet presAssocID="{728756CF-D845-4017-A4CA-8FB5F6723807}" presName="compNode" presStyleCnt="0"/>
      <dgm:spPr/>
    </dgm:pt>
    <dgm:pt modelId="{AD40073E-3523-4B69-AF71-5FD458EE888B}" type="pres">
      <dgm:prSet presAssocID="{728756CF-D845-4017-A4CA-8FB5F6723807}" presName="iconBgRect" presStyleLbl="bgShp" presStyleIdx="0" presStyleCnt="4"/>
      <dgm:spPr/>
    </dgm:pt>
    <dgm:pt modelId="{EEFFA63D-7C7F-4B4F-9B75-9DB53EBF6BFA}" type="pres">
      <dgm:prSet presAssocID="{728756CF-D845-4017-A4CA-8FB5F672380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DF663D1C-BFA2-438C-BD22-5287A4432D0F}" type="pres">
      <dgm:prSet presAssocID="{728756CF-D845-4017-A4CA-8FB5F6723807}" presName="spaceRect" presStyleCnt="0"/>
      <dgm:spPr/>
    </dgm:pt>
    <dgm:pt modelId="{BD307972-F58A-449D-A94A-D862A4875013}" type="pres">
      <dgm:prSet presAssocID="{728756CF-D845-4017-A4CA-8FB5F6723807}" presName="textRect" presStyleLbl="revTx" presStyleIdx="0" presStyleCnt="4">
        <dgm:presLayoutVars>
          <dgm:chMax val="1"/>
          <dgm:chPref val="1"/>
        </dgm:presLayoutVars>
      </dgm:prSet>
      <dgm:spPr/>
    </dgm:pt>
    <dgm:pt modelId="{0E09145C-E70B-4431-9B49-8E393188AC6F}" type="pres">
      <dgm:prSet presAssocID="{C5BB7B55-37EC-44A9-BD0A-8E300E539ADC}" presName="sibTrans" presStyleLbl="sibTrans2D1" presStyleIdx="0" presStyleCnt="0"/>
      <dgm:spPr/>
    </dgm:pt>
    <dgm:pt modelId="{7F47E57B-AB5E-433D-ACFC-4E4875150161}" type="pres">
      <dgm:prSet presAssocID="{9555A17B-FF34-4173-9F46-180A119E74C6}" presName="compNode" presStyleCnt="0"/>
      <dgm:spPr/>
    </dgm:pt>
    <dgm:pt modelId="{E179BB42-DE92-49B9-B08F-3E7F708750F8}" type="pres">
      <dgm:prSet presAssocID="{9555A17B-FF34-4173-9F46-180A119E74C6}" presName="iconBgRect" presStyleLbl="bgShp" presStyleIdx="1" presStyleCnt="4"/>
      <dgm:spPr/>
    </dgm:pt>
    <dgm:pt modelId="{FBFE043B-1742-4956-A569-6F8F7AD9FCB0}" type="pres">
      <dgm:prSet presAssocID="{9555A17B-FF34-4173-9F46-180A119E74C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d"/>
        </a:ext>
      </dgm:extLst>
    </dgm:pt>
    <dgm:pt modelId="{1238E7C1-22B3-4DF0-A884-D7A07E79F952}" type="pres">
      <dgm:prSet presAssocID="{9555A17B-FF34-4173-9F46-180A119E74C6}" presName="spaceRect" presStyleCnt="0"/>
      <dgm:spPr/>
    </dgm:pt>
    <dgm:pt modelId="{0A9FE0B6-1988-4FE9-987F-AC98B5DEAB27}" type="pres">
      <dgm:prSet presAssocID="{9555A17B-FF34-4173-9F46-180A119E74C6}" presName="textRect" presStyleLbl="revTx" presStyleIdx="1" presStyleCnt="4">
        <dgm:presLayoutVars>
          <dgm:chMax val="1"/>
          <dgm:chPref val="1"/>
        </dgm:presLayoutVars>
      </dgm:prSet>
      <dgm:spPr/>
    </dgm:pt>
    <dgm:pt modelId="{C86F182F-3AB2-4F60-B4A7-7C695144F480}" type="pres">
      <dgm:prSet presAssocID="{1BF1FC5C-0F61-4A43-9865-FA671FCCF1B2}" presName="sibTrans" presStyleLbl="sibTrans2D1" presStyleIdx="0" presStyleCnt="0"/>
      <dgm:spPr/>
    </dgm:pt>
    <dgm:pt modelId="{3DBCBD85-5BF9-4296-B870-4984A8EBB98E}" type="pres">
      <dgm:prSet presAssocID="{85A03412-51C0-48A4-8318-335AF1408FE7}" presName="compNode" presStyleCnt="0"/>
      <dgm:spPr/>
    </dgm:pt>
    <dgm:pt modelId="{3DC2B9B2-9751-4E42-9981-BF4267C2F3B1}" type="pres">
      <dgm:prSet presAssocID="{85A03412-51C0-48A4-8318-335AF1408FE7}" presName="iconBgRect" presStyleLbl="bgShp" presStyleIdx="2" presStyleCnt="4"/>
      <dgm:spPr/>
    </dgm:pt>
    <dgm:pt modelId="{29D5BB93-53C9-41EF-8ABD-7530A71CA132}" type="pres">
      <dgm:prSet presAssocID="{85A03412-51C0-48A4-8318-335AF1408FE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3DAFB0BD-A692-4262-B53D-7DDFF12B1D69}" type="pres">
      <dgm:prSet presAssocID="{85A03412-51C0-48A4-8318-335AF1408FE7}" presName="spaceRect" presStyleCnt="0"/>
      <dgm:spPr/>
    </dgm:pt>
    <dgm:pt modelId="{CF499758-1361-41C6-B4A4-4AE83E0EE7AF}" type="pres">
      <dgm:prSet presAssocID="{85A03412-51C0-48A4-8318-335AF1408FE7}" presName="textRect" presStyleLbl="revTx" presStyleIdx="2" presStyleCnt="4">
        <dgm:presLayoutVars>
          <dgm:chMax val="1"/>
          <dgm:chPref val="1"/>
        </dgm:presLayoutVars>
      </dgm:prSet>
      <dgm:spPr/>
    </dgm:pt>
    <dgm:pt modelId="{00DB8626-D4F9-4B9E-854B-B6860F7E2D74}" type="pres">
      <dgm:prSet presAssocID="{071BC5C4-8606-493D-A13A-86DD1B30278C}" presName="sibTrans" presStyleLbl="sibTrans2D1" presStyleIdx="0" presStyleCnt="0"/>
      <dgm:spPr/>
    </dgm:pt>
    <dgm:pt modelId="{CD93378E-7258-4B0A-A771-E21F7000830D}" type="pres">
      <dgm:prSet presAssocID="{B6A184CF-F1A1-470B-A291-4BC151536DD8}" presName="compNode" presStyleCnt="0"/>
      <dgm:spPr/>
    </dgm:pt>
    <dgm:pt modelId="{AAF237F5-5F01-4CC5-9308-57785C3A04EB}" type="pres">
      <dgm:prSet presAssocID="{B6A184CF-F1A1-470B-A291-4BC151536DD8}" presName="iconBgRect" presStyleLbl="bgShp" presStyleIdx="3" presStyleCnt="4"/>
      <dgm:spPr/>
    </dgm:pt>
    <dgm:pt modelId="{01FC19B3-6585-4EAF-9288-117474873E4C}" type="pres">
      <dgm:prSet presAssocID="{B6A184CF-F1A1-470B-A291-4BC151536DD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0424EF13-1403-45DF-ACB6-87A15000826E}" type="pres">
      <dgm:prSet presAssocID="{B6A184CF-F1A1-470B-A291-4BC151536DD8}" presName="spaceRect" presStyleCnt="0"/>
      <dgm:spPr/>
    </dgm:pt>
    <dgm:pt modelId="{0572BBB5-5CB6-48D4-A105-6D045D01FB95}" type="pres">
      <dgm:prSet presAssocID="{B6A184CF-F1A1-470B-A291-4BC151536DD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EC6B206-3166-44BA-90C9-91464E70DEFF}" srcId="{C49DA98E-FEE3-4971-A879-58E9B8505FC6}" destId="{728756CF-D845-4017-A4CA-8FB5F6723807}" srcOrd="0" destOrd="0" parTransId="{107FFE28-945B-43EA-AB77-F54D8D41A5D9}" sibTransId="{C5BB7B55-37EC-44A9-BD0A-8E300E539ADC}"/>
    <dgm:cxn modelId="{2C3E081B-9DD4-4BC0-878A-9881C4E30341}" srcId="{C49DA98E-FEE3-4971-A879-58E9B8505FC6}" destId="{85A03412-51C0-48A4-8318-335AF1408FE7}" srcOrd="2" destOrd="0" parTransId="{E75E96D7-09C6-4936-90DC-FCD172869504}" sibTransId="{071BC5C4-8606-493D-A13A-86DD1B30278C}"/>
    <dgm:cxn modelId="{2C2C8C21-8450-49C1-946B-5DD60CE12BDC}" type="presOf" srcId="{C49DA98E-FEE3-4971-A879-58E9B8505FC6}" destId="{81BF4302-9E63-407C-8324-73D67E34B617}" srcOrd="0" destOrd="0" presId="urn:microsoft.com/office/officeart/2018/2/layout/IconCircleList"/>
    <dgm:cxn modelId="{CF15D825-29FA-4B12-9868-D8AA613DAE96}" type="presOf" srcId="{9555A17B-FF34-4173-9F46-180A119E74C6}" destId="{0A9FE0B6-1988-4FE9-987F-AC98B5DEAB27}" srcOrd="0" destOrd="0" presId="urn:microsoft.com/office/officeart/2018/2/layout/IconCircleList"/>
    <dgm:cxn modelId="{33951F62-7CCF-4092-9252-7D582519FAEC}" srcId="{C49DA98E-FEE3-4971-A879-58E9B8505FC6}" destId="{B6A184CF-F1A1-470B-A291-4BC151536DD8}" srcOrd="3" destOrd="0" parTransId="{8D4547E9-B280-448D-AF7E-FF87524C6147}" sibTransId="{02E8C361-59FC-487A-BB7C-D036E8029691}"/>
    <dgm:cxn modelId="{8DF1F163-2338-41BE-821E-9A6D717FC2F5}" type="presOf" srcId="{1BF1FC5C-0F61-4A43-9865-FA671FCCF1B2}" destId="{C86F182F-3AB2-4F60-B4A7-7C695144F480}" srcOrd="0" destOrd="0" presId="urn:microsoft.com/office/officeart/2018/2/layout/IconCircleList"/>
    <dgm:cxn modelId="{6E992369-EF9F-4625-811C-F9AC79819772}" type="presOf" srcId="{C5BB7B55-37EC-44A9-BD0A-8E300E539ADC}" destId="{0E09145C-E70B-4431-9B49-8E393188AC6F}" srcOrd="0" destOrd="0" presId="urn:microsoft.com/office/officeart/2018/2/layout/IconCircleList"/>
    <dgm:cxn modelId="{3030666D-0545-40AB-BBA3-A9FDD53D38A2}" type="presOf" srcId="{85A03412-51C0-48A4-8318-335AF1408FE7}" destId="{CF499758-1361-41C6-B4A4-4AE83E0EE7AF}" srcOrd="0" destOrd="0" presId="urn:microsoft.com/office/officeart/2018/2/layout/IconCircleList"/>
    <dgm:cxn modelId="{68530B5A-987D-49C1-99CA-117E5E0D163A}" type="presOf" srcId="{728756CF-D845-4017-A4CA-8FB5F6723807}" destId="{BD307972-F58A-449D-A94A-D862A4875013}" srcOrd="0" destOrd="0" presId="urn:microsoft.com/office/officeart/2018/2/layout/IconCircleList"/>
    <dgm:cxn modelId="{CCAABC7D-F809-4ABA-8D19-6A8C5EAB2A79}" srcId="{C49DA98E-FEE3-4971-A879-58E9B8505FC6}" destId="{9555A17B-FF34-4173-9F46-180A119E74C6}" srcOrd="1" destOrd="0" parTransId="{11D88D5F-1791-4D80-961B-FAE25EFA0754}" sibTransId="{1BF1FC5C-0F61-4A43-9865-FA671FCCF1B2}"/>
    <dgm:cxn modelId="{62366C8C-613F-4CDC-826C-8020C1C158E6}" type="presOf" srcId="{071BC5C4-8606-493D-A13A-86DD1B30278C}" destId="{00DB8626-D4F9-4B9E-854B-B6860F7E2D74}" srcOrd="0" destOrd="0" presId="urn:microsoft.com/office/officeart/2018/2/layout/IconCircleList"/>
    <dgm:cxn modelId="{B38509CA-A31D-4CB6-8DBB-C57DFE6F518F}" type="presOf" srcId="{B6A184CF-F1A1-470B-A291-4BC151536DD8}" destId="{0572BBB5-5CB6-48D4-A105-6D045D01FB95}" srcOrd="0" destOrd="0" presId="urn:microsoft.com/office/officeart/2018/2/layout/IconCircleList"/>
    <dgm:cxn modelId="{68E4389A-B01D-4260-87C3-B157C8FE16EF}" type="presParOf" srcId="{81BF4302-9E63-407C-8324-73D67E34B617}" destId="{B590FB40-ADA7-4919-A953-4E1D9BFA5AD9}" srcOrd="0" destOrd="0" presId="urn:microsoft.com/office/officeart/2018/2/layout/IconCircleList"/>
    <dgm:cxn modelId="{E87E584B-484B-4D91-A75D-306AE6952935}" type="presParOf" srcId="{B590FB40-ADA7-4919-A953-4E1D9BFA5AD9}" destId="{D8265B78-110D-4A10-970A-D5F901A5DE47}" srcOrd="0" destOrd="0" presId="urn:microsoft.com/office/officeart/2018/2/layout/IconCircleList"/>
    <dgm:cxn modelId="{C827B79A-3819-45D3-B9CB-D1CB67253B79}" type="presParOf" srcId="{D8265B78-110D-4A10-970A-D5F901A5DE47}" destId="{AD40073E-3523-4B69-AF71-5FD458EE888B}" srcOrd="0" destOrd="0" presId="urn:microsoft.com/office/officeart/2018/2/layout/IconCircleList"/>
    <dgm:cxn modelId="{141B0FBA-8BBF-445E-8B8A-9C6E1584DE50}" type="presParOf" srcId="{D8265B78-110D-4A10-970A-D5F901A5DE47}" destId="{EEFFA63D-7C7F-4B4F-9B75-9DB53EBF6BFA}" srcOrd="1" destOrd="0" presId="urn:microsoft.com/office/officeart/2018/2/layout/IconCircleList"/>
    <dgm:cxn modelId="{64FE7B2E-6CAC-4767-91BC-9FEA002A2650}" type="presParOf" srcId="{D8265B78-110D-4A10-970A-D5F901A5DE47}" destId="{DF663D1C-BFA2-438C-BD22-5287A4432D0F}" srcOrd="2" destOrd="0" presId="urn:microsoft.com/office/officeart/2018/2/layout/IconCircleList"/>
    <dgm:cxn modelId="{BEEA8CB1-3FCF-4175-980F-802F8216174C}" type="presParOf" srcId="{D8265B78-110D-4A10-970A-D5F901A5DE47}" destId="{BD307972-F58A-449D-A94A-D862A4875013}" srcOrd="3" destOrd="0" presId="urn:microsoft.com/office/officeart/2018/2/layout/IconCircleList"/>
    <dgm:cxn modelId="{828730B9-C7F7-4BEF-9DDA-20CF9F82FE04}" type="presParOf" srcId="{B590FB40-ADA7-4919-A953-4E1D9BFA5AD9}" destId="{0E09145C-E70B-4431-9B49-8E393188AC6F}" srcOrd="1" destOrd="0" presId="urn:microsoft.com/office/officeart/2018/2/layout/IconCircleList"/>
    <dgm:cxn modelId="{B9EC5395-008D-4013-BCA2-0630A730BE60}" type="presParOf" srcId="{B590FB40-ADA7-4919-A953-4E1D9BFA5AD9}" destId="{7F47E57B-AB5E-433D-ACFC-4E4875150161}" srcOrd="2" destOrd="0" presId="urn:microsoft.com/office/officeart/2018/2/layout/IconCircleList"/>
    <dgm:cxn modelId="{72FBACC9-B873-4150-978E-8D839B265EE7}" type="presParOf" srcId="{7F47E57B-AB5E-433D-ACFC-4E4875150161}" destId="{E179BB42-DE92-49B9-B08F-3E7F708750F8}" srcOrd="0" destOrd="0" presId="urn:microsoft.com/office/officeart/2018/2/layout/IconCircleList"/>
    <dgm:cxn modelId="{5CFA1268-9523-46BE-8586-C317DE90A47E}" type="presParOf" srcId="{7F47E57B-AB5E-433D-ACFC-4E4875150161}" destId="{FBFE043B-1742-4956-A569-6F8F7AD9FCB0}" srcOrd="1" destOrd="0" presId="urn:microsoft.com/office/officeart/2018/2/layout/IconCircleList"/>
    <dgm:cxn modelId="{DF16EE2E-73B1-4236-AE0E-9508A19B9804}" type="presParOf" srcId="{7F47E57B-AB5E-433D-ACFC-4E4875150161}" destId="{1238E7C1-22B3-4DF0-A884-D7A07E79F952}" srcOrd="2" destOrd="0" presId="urn:microsoft.com/office/officeart/2018/2/layout/IconCircleList"/>
    <dgm:cxn modelId="{367C8FA9-9CD3-4A29-9560-DB49FE9CE651}" type="presParOf" srcId="{7F47E57B-AB5E-433D-ACFC-4E4875150161}" destId="{0A9FE0B6-1988-4FE9-987F-AC98B5DEAB27}" srcOrd="3" destOrd="0" presId="urn:microsoft.com/office/officeart/2018/2/layout/IconCircleList"/>
    <dgm:cxn modelId="{054D4FEF-4666-4E6D-ACA1-F8C4B5F8F45C}" type="presParOf" srcId="{B590FB40-ADA7-4919-A953-4E1D9BFA5AD9}" destId="{C86F182F-3AB2-4F60-B4A7-7C695144F480}" srcOrd="3" destOrd="0" presId="urn:microsoft.com/office/officeart/2018/2/layout/IconCircleList"/>
    <dgm:cxn modelId="{0266B63B-15B1-4740-889E-7DBAD99452A3}" type="presParOf" srcId="{B590FB40-ADA7-4919-A953-4E1D9BFA5AD9}" destId="{3DBCBD85-5BF9-4296-B870-4984A8EBB98E}" srcOrd="4" destOrd="0" presId="urn:microsoft.com/office/officeart/2018/2/layout/IconCircleList"/>
    <dgm:cxn modelId="{BDFB7002-92E7-47E6-924E-F3CC10E6CA1C}" type="presParOf" srcId="{3DBCBD85-5BF9-4296-B870-4984A8EBB98E}" destId="{3DC2B9B2-9751-4E42-9981-BF4267C2F3B1}" srcOrd="0" destOrd="0" presId="urn:microsoft.com/office/officeart/2018/2/layout/IconCircleList"/>
    <dgm:cxn modelId="{897C191B-AF24-4387-8249-0353649082EF}" type="presParOf" srcId="{3DBCBD85-5BF9-4296-B870-4984A8EBB98E}" destId="{29D5BB93-53C9-41EF-8ABD-7530A71CA132}" srcOrd="1" destOrd="0" presId="urn:microsoft.com/office/officeart/2018/2/layout/IconCircleList"/>
    <dgm:cxn modelId="{07D5580B-59F6-4D45-9082-CD7F8C759421}" type="presParOf" srcId="{3DBCBD85-5BF9-4296-B870-4984A8EBB98E}" destId="{3DAFB0BD-A692-4262-B53D-7DDFF12B1D69}" srcOrd="2" destOrd="0" presId="urn:microsoft.com/office/officeart/2018/2/layout/IconCircleList"/>
    <dgm:cxn modelId="{B7B2B13D-70E1-4938-9A7C-1FB6B149D65D}" type="presParOf" srcId="{3DBCBD85-5BF9-4296-B870-4984A8EBB98E}" destId="{CF499758-1361-41C6-B4A4-4AE83E0EE7AF}" srcOrd="3" destOrd="0" presId="urn:microsoft.com/office/officeart/2018/2/layout/IconCircleList"/>
    <dgm:cxn modelId="{FD133E1F-CAA2-45D7-B584-F264717243B8}" type="presParOf" srcId="{B590FB40-ADA7-4919-A953-4E1D9BFA5AD9}" destId="{00DB8626-D4F9-4B9E-854B-B6860F7E2D74}" srcOrd="5" destOrd="0" presId="urn:microsoft.com/office/officeart/2018/2/layout/IconCircleList"/>
    <dgm:cxn modelId="{B1A406D5-E876-465C-BDC4-9DA3003FFACE}" type="presParOf" srcId="{B590FB40-ADA7-4919-A953-4E1D9BFA5AD9}" destId="{CD93378E-7258-4B0A-A771-E21F7000830D}" srcOrd="6" destOrd="0" presId="urn:microsoft.com/office/officeart/2018/2/layout/IconCircleList"/>
    <dgm:cxn modelId="{087F2393-40A4-445A-95DF-E09626F9C0EA}" type="presParOf" srcId="{CD93378E-7258-4B0A-A771-E21F7000830D}" destId="{AAF237F5-5F01-4CC5-9308-57785C3A04EB}" srcOrd="0" destOrd="0" presId="urn:microsoft.com/office/officeart/2018/2/layout/IconCircleList"/>
    <dgm:cxn modelId="{5AACF2E8-1CD0-4C09-9245-5566A7410012}" type="presParOf" srcId="{CD93378E-7258-4B0A-A771-E21F7000830D}" destId="{01FC19B3-6585-4EAF-9288-117474873E4C}" srcOrd="1" destOrd="0" presId="urn:microsoft.com/office/officeart/2018/2/layout/IconCircleList"/>
    <dgm:cxn modelId="{6BAAFDD2-CC48-4152-BBBF-26EEA0F03603}" type="presParOf" srcId="{CD93378E-7258-4B0A-A771-E21F7000830D}" destId="{0424EF13-1403-45DF-ACB6-87A15000826E}" srcOrd="2" destOrd="0" presId="urn:microsoft.com/office/officeart/2018/2/layout/IconCircleList"/>
    <dgm:cxn modelId="{37AB724A-668B-4D5D-A83E-71F227CA7878}" type="presParOf" srcId="{CD93378E-7258-4B0A-A771-E21F7000830D}" destId="{0572BBB5-5CB6-48D4-A105-6D045D01FB9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BE42322-7AB0-432C-9FC6-8AB2BDB66BD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C4F0177-2C18-4A33-B083-73E830898717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Search bookings by:</a:t>
          </a:r>
        </a:p>
      </dgm:t>
    </dgm:pt>
    <dgm:pt modelId="{0BD0A885-C453-4DB4-91CA-CDD642400041}" type="parTrans" cxnId="{B5C35998-8007-49BF-BE09-30C3E016C934}">
      <dgm:prSet/>
      <dgm:spPr/>
      <dgm:t>
        <a:bodyPr/>
        <a:lstStyle/>
        <a:p>
          <a:endParaRPr lang="en-US"/>
        </a:p>
      </dgm:t>
    </dgm:pt>
    <dgm:pt modelId="{2CC46C77-99B3-4FBB-804F-FBB16D050818}" type="sibTrans" cxnId="{B5C35998-8007-49BF-BE09-30C3E016C934}">
      <dgm:prSet/>
      <dgm:spPr/>
      <dgm:t>
        <a:bodyPr/>
        <a:lstStyle/>
        <a:p>
          <a:endParaRPr lang="en-US"/>
        </a:p>
      </dgm:t>
    </dgm:pt>
    <dgm:pt modelId="{BB49695C-2068-4457-97AD-44B325BA01E6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- Booking ID</a:t>
          </a:r>
        </a:p>
      </dgm:t>
    </dgm:pt>
    <dgm:pt modelId="{E63D8CE7-F132-44D5-9B78-DE5FDA98F741}" type="parTrans" cxnId="{86F94F70-669F-43F7-A11D-53196D5E82CC}">
      <dgm:prSet/>
      <dgm:spPr/>
      <dgm:t>
        <a:bodyPr/>
        <a:lstStyle/>
        <a:p>
          <a:endParaRPr lang="en-US"/>
        </a:p>
      </dgm:t>
    </dgm:pt>
    <dgm:pt modelId="{500CD0E2-B1BD-4781-BDE9-93009C9082FA}" type="sibTrans" cxnId="{86F94F70-669F-43F7-A11D-53196D5E82CC}">
      <dgm:prSet/>
      <dgm:spPr/>
      <dgm:t>
        <a:bodyPr/>
        <a:lstStyle/>
        <a:p>
          <a:endParaRPr lang="en-US"/>
        </a:p>
      </dgm:t>
    </dgm:pt>
    <dgm:pt modelId="{EA4CDE54-DF91-49E2-9B2A-1F1F8B647946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- Name</a:t>
          </a:r>
        </a:p>
      </dgm:t>
    </dgm:pt>
    <dgm:pt modelId="{B9F76329-55A3-4FB2-8A5E-2D3FF3C33FE7}" type="parTrans" cxnId="{CEC0643D-40C1-4582-8693-6F1029DADC95}">
      <dgm:prSet/>
      <dgm:spPr/>
      <dgm:t>
        <a:bodyPr/>
        <a:lstStyle/>
        <a:p>
          <a:endParaRPr lang="en-US"/>
        </a:p>
      </dgm:t>
    </dgm:pt>
    <dgm:pt modelId="{71B32BF1-5708-43DF-8668-737F517859F8}" type="sibTrans" cxnId="{CEC0643D-40C1-4582-8693-6F1029DADC95}">
      <dgm:prSet/>
      <dgm:spPr/>
      <dgm:t>
        <a:bodyPr/>
        <a:lstStyle/>
        <a:p>
          <a:endParaRPr lang="en-US"/>
        </a:p>
      </dgm:t>
    </dgm:pt>
    <dgm:pt modelId="{FEC0A80E-68DC-4A56-8F29-F2E6FD25EA23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- Game name</a:t>
          </a:r>
        </a:p>
      </dgm:t>
    </dgm:pt>
    <dgm:pt modelId="{CEAB8C72-3F2F-4377-AE59-AD42A0A667F4}" type="parTrans" cxnId="{36353D60-4A35-4E5B-823B-4E9DE99A4AB6}">
      <dgm:prSet/>
      <dgm:spPr/>
      <dgm:t>
        <a:bodyPr/>
        <a:lstStyle/>
        <a:p>
          <a:endParaRPr lang="en-US"/>
        </a:p>
      </dgm:t>
    </dgm:pt>
    <dgm:pt modelId="{AAF395D3-CE9E-41EC-8E74-8629ADC4D738}" type="sibTrans" cxnId="{36353D60-4A35-4E5B-823B-4E9DE99A4AB6}">
      <dgm:prSet/>
      <dgm:spPr/>
      <dgm:t>
        <a:bodyPr/>
        <a:lstStyle/>
        <a:p>
          <a:endParaRPr lang="en-US"/>
        </a:p>
      </dgm:t>
    </dgm:pt>
    <dgm:pt modelId="{15BC6464-215E-4FF4-A624-E21C99EF899B}" type="pres">
      <dgm:prSet presAssocID="{9BE42322-7AB0-432C-9FC6-8AB2BDB66BDF}" presName="root" presStyleCnt="0">
        <dgm:presLayoutVars>
          <dgm:dir/>
          <dgm:resizeHandles val="exact"/>
        </dgm:presLayoutVars>
      </dgm:prSet>
      <dgm:spPr/>
    </dgm:pt>
    <dgm:pt modelId="{9192082A-0987-4E03-A2CE-6B1BF82CCD99}" type="pres">
      <dgm:prSet presAssocID="{FC4F0177-2C18-4A33-B083-73E830898717}" presName="compNode" presStyleCnt="0"/>
      <dgm:spPr/>
    </dgm:pt>
    <dgm:pt modelId="{98DE8C68-98C6-4B51-9F5C-3EFF22FDC9E1}" type="pres">
      <dgm:prSet presAssocID="{FC4F0177-2C18-4A33-B083-73E830898717}" presName="bgRect" presStyleLbl="bgShp" presStyleIdx="0" presStyleCnt="4"/>
      <dgm:spPr/>
    </dgm:pt>
    <dgm:pt modelId="{D9739B37-0988-4039-8A62-8F7008014260}" type="pres">
      <dgm:prSet presAssocID="{FC4F0177-2C18-4A33-B083-73E83089871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In"/>
        </a:ext>
      </dgm:extLst>
    </dgm:pt>
    <dgm:pt modelId="{754D02BB-77E1-44CC-A4EC-CC8DAF8778B2}" type="pres">
      <dgm:prSet presAssocID="{FC4F0177-2C18-4A33-B083-73E830898717}" presName="spaceRect" presStyleCnt="0"/>
      <dgm:spPr/>
    </dgm:pt>
    <dgm:pt modelId="{D414EC68-A073-473F-82D0-F69A79422B47}" type="pres">
      <dgm:prSet presAssocID="{FC4F0177-2C18-4A33-B083-73E830898717}" presName="parTx" presStyleLbl="revTx" presStyleIdx="0" presStyleCnt="4">
        <dgm:presLayoutVars>
          <dgm:chMax val="0"/>
          <dgm:chPref val="0"/>
        </dgm:presLayoutVars>
      </dgm:prSet>
      <dgm:spPr/>
    </dgm:pt>
    <dgm:pt modelId="{792E033B-551C-42AE-B989-85FDB6D61AB7}" type="pres">
      <dgm:prSet presAssocID="{2CC46C77-99B3-4FBB-804F-FBB16D050818}" presName="sibTrans" presStyleCnt="0"/>
      <dgm:spPr/>
    </dgm:pt>
    <dgm:pt modelId="{FF7377A9-B653-46DF-A077-C8ED21DE5F87}" type="pres">
      <dgm:prSet presAssocID="{BB49695C-2068-4457-97AD-44B325BA01E6}" presName="compNode" presStyleCnt="0"/>
      <dgm:spPr/>
    </dgm:pt>
    <dgm:pt modelId="{9DB62570-382F-4055-BF85-7F2F534DBF5B}" type="pres">
      <dgm:prSet presAssocID="{BB49695C-2068-4457-97AD-44B325BA01E6}" presName="bgRect" presStyleLbl="bgShp" presStyleIdx="1" presStyleCnt="4"/>
      <dgm:spPr/>
    </dgm:pt>
    <dgm:pt modelId="{6A0DBE5D-814B-4F2D-B392-D1F6B1090566}" type="pres">
      <dgm:prSet presAssocID="{BB49695C-2068-4457-97AD-44B325BA01E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9701D3C1-9B53-4052-A675-0566FC36C97A}" type="pres">
      <dgm:prSet presAssocID="{BB49695C-2068-4457-97AD-44B325BA01E6}" presName="spaceRect" presStyleCnt="0"/>
      <dgm:spPr/>
    </dgm:pt>
    <dgm:pt modelId="{26EB492F-B9B3-4BED-BA68-41707F1F6EA5}" type="pres">
      <dgm:prSet presAssocID="{BB49695C-2068-4457-97AD-44B325BA01E6}" presName="parTx" presStyleLbl="revTx" presStyleIdx="1" presStyleCnt="4">
        <dgm:presLayoutVars>
          <dgm:chMax val="0"/>
          <dgm:chPref val="0"/>
        </dgm:presLayoutVars>
      </dgm:prSet>
      <dgm:spPr/>
    </dgm:pt>
    <dgm:pt modelId="{60C2E018-50CB-4E08-BD10-54E491FCF286}" type="pres">
      <dgm:prSet presAssocID="{500CD0E2-B1BD-4781-BDE9-93009C9082FA}" presName="sibTrans" presStyleCnt="0"/>
      <dgm:spPr/>
    </dgm:pt>
    <dgm:pt modelId="{3A45FF2E-A33C-410C-8498-9CB883FAFA6D}" type="pres">
      <dgm:prSet presAssocID="{EA4CDE54-DF91-49E2-9B2A-1F1F8B647946}" presName="compNode" presStyleCnt="0"/>
      <dgm:spPr/>
    </dgm:pt>
    <dgm:pt modelId="{6BBA5A8A-990A-4E07-834C-BAF4C45CDDB7}" type="pres">
      <dgm:prSet presAssocID="{EA4CDE54-DF91-49E2-9B2A-1F1F8B647946}" presName="bgRect" presStyleLbl="bgShp" presStyleIdx="2" presStyleCnt="4"/>
      <dgm:spPr/>
    </dgm:pt>
    <dgm:pt modelId="{9B0F8E2E-9359-4D01-AF36-B37CC1DE91E2}" type="pres">
      <dgm:prSet presAssocID="{EA4CDE54-DF91-49E2-9B2A-1F1F8B64794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DEB9ECC2-BCD8-4FB0-818D-F1754E844852}" type="pres">
      <dgm:prSet presAssocID="{EA4CDE54-DF91-49E2-9B2A-1F1F8B647946}" presName="spaceRect" presStyleCnt="0"/>
      <dgm:spPr/>
    </dgm:pt>
    <dgm:pt modelId="{DC2EC40A-E367-4D47-9B5A-76D99B7C9074}" type="pres">
      <dgm:prSet presAssocID="{EA4CDE54-DF91-49E2-9B2A-1F1F8B647946}" presName="parTx" presStyleLbl="revTx" presStyleIdx="2" presStyleCnt="4">
        <dgm:presLayoutVars>
          <dgm:chMax val="0"/>
          <dgm:chPref val="0"/>
        </dgm:presLayoutVars>
      </dgm:prSet>
      <dgm:spPr/>
    </dgm:pt>
    <dgm:pt modelId="{6F5804B9-EC70-446D-BCD7-2E3427673279}" type="pres">
      <dgm:prSet presAssocID="{71B32BF1-5708-43DF-8668-737F517859F8}" presName="sibTrans" presStyleCnt="0"/>
      <dgm:spPr/>
    </dgm:pt>
    <dgm:pt modelId="{D9F5DC9F-E7D5-4545-93AF-0D440391771D}" type="pres">
      <dgm:prSet presAssocID="{FEC0A80E-68DC-4A56-8F29-F2E6FD25EA23}" presName="compNode" presStyleCnt="0"/>
      <dgm:spPr/>
    </dgm:pt>
    <dgm:pt modelId="{5BFE7557-0B2A-42E4-A8B3-E599EBFF7BD5}" type="pres">
      <dgm:prSet presAssocID="{FEC0A80E-68DC-4A56-8F29-F2E6FD25EA23}" presName="bgRect" presStyleLbl="bgShp" presStyleIdx="3" presStyleCnt="4"/>
      <dgm:spPr/>
    </dgm:pt>
    <dgm:pt modelId="{C4F9A3B0-78BF-4596-BC79-4C6377BA5E7B}" type="pres">
      <dgm:prSet presAssocID="{FEC0A80E-68DC-4A56-8F29-F2E6FD25EA2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19749B64-BA34-4DD9-B36A-5CB13A4D2D2A}" type="pres">
      <dgm:prSet presAssocID="{FEC0A80E-68DC-4A56-8F29-F2E6FD25EA23}" presName="spaceRect" presStyleCnt="0"/>
      <dgm:spPr/>
    </dgm:pt>
    <dgm:pt modelId="{D394C5AA-52C6-4DD9-A6EE-C51DEEB589BB}" type="pres">
      <dgm:prSet presAssocID="{FEC0A80E-68DC-4A56-8F29-F2E6FD25EA2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2B83A22-9E84-46A2-86DF-51684491F779}" type="presOf" srcId="{FC4F0177-2C18-4A33-B083-73E830898717}" destId="{D414EC68-A073-473F-82D0-F69A79422B47}" srcOrd="0" destOrd="0" presId="urn:microsoft.com/office/officeart/2018/2/layout/IconVerticalSolidList"/>
    <dgm:cxn modelId="{CEC0643D-40C1-4582-8693-6F1029DADC95}" srcId="{9BE42322-7AB0-432C-9FC6-8AB2BDB66BDF}" destId="{EA4CDE54-DF91-49E2-9B2A-1F1F8B647946}" srcOrd="2" destOrd="0" parTransId="{B9F76329-55A3-4FB2-8A5E-2D3FF3C33FE7}" sibTransId="{71B32BF1-5708-43DF-8668-737F517859F8}"/>
    <dgm:cxn modelId="{36353D60-4A35-4E5B-823B-4E9DE99A4AB6}" srcId="{9BE42322-7AB0-432C-9FC6-8AB2BDB66BDF}" destId="{FEC0A80E-68DC-4A56-8F29-F2E6FD25EA23}" srcOrd="3" destOrd="0" parTransId="{CEAB8C72-3F2F-4377-AE59-AD42A0A667F4}" sibTransId="{AAF395D3-CE9E-41EC-8E74-8629ADC4D738}"/>
    <dgm:cxn modelId="{86F94F70-669F-43F7-A11D-53196D5E82CC}" srcId="{9BE42322-7AB0-432C-9FC6-8AB2BDB66BDF}" destId="{BB49695C-2068-4457-97AD-44B325BA01E6}" srcOrd="1" destOrd="0" parTransId="{E63D8CE7-F132-44D5-9B78-DE5FDA98F741}" sibTransId="{500CD0E2-B1BD-4781-BDE9-93009C9082FA}"/>
    <dgm:cxn modelId="{6D1E4054-CC6E-4BA8-8450-65301AF2267D}" type="presOf" srcId="{9BE42322-7AB0-432C-9FC6-8AB2BDB66BDF}" destId="{15BC6464-215E-4FF4-A624-E21C99EF899B}" srcOrd="0" destOrd="0" presId="urn:microsoft.com/office/officeart/2018/2/layout/IconVerticalSolidList"/>
    <dgm:cxn modelId="{FD676C96-4525-4540-B52B-562359B23E1B}" type="presOf" srcId="{BB49695C-2068-4457-97AD-44B325BA01E6}" destId="{26EB492F-B9B3-4BED-BA68-41707F1F6EA5}" srcOrd="0" destOrd="0" presId="urn:microsoft.com/office/officeart/2018/2/layout/IconVerticalSolidList"/>
    <dgm:cxn modelId="{B5C35998-8007-49BF-BE09-30C3E016C934}" srcId="{9BE42322-7AB0-432C-9FC6-8AB2BDB66BDF}" destId="{FC4F0177-2C18-4A33-B083-73E830898717}" srcOrd="0" destOrd="0" parTransId="{0BD0A885-C453-4DB4-91CA-CDD642400041}" sibTransId="{2CC46C77-99B3-4FBB-804F-FBB16D050818}"/>
    <dgm:cxn modelId="{ADBD4FD4-F1A8-4A51-9052-ED55E391D669}" type="presOf" srcId="{EA4CDE54-DF91-49E2-9B2A-1F1F8B647946}" destId="{DC2EC40A-E367-4D47-9B5A-76D99B7C9074}" srcOrd="0" destOrd="0" presId="urn:microsoft.com/office/officeart/2018/2/layout/IconVerticalSolidList"/>
    <dgm:cxn modelId="{65B6ACD7-46E4-4247-B4EA-D315AAB635F3}" type="presOf" srcId="{FEC0A80E-68DC-4A56-8F29-F2E6FD25EA23}" destId="{D394C5AA-52C6-4DD9-A6EE-C51DEEB589BB}" srcOrd="0" destOrd="0" presId="urn:microsoft.com/office/officeart/2018/2/layout/IconVerticalSolidList"/>
    <dgm:cxn modelId="{B16C91D5-4BC8-4525-BC8C-3C3BA7B1138C}" type="presParOf" srcId="{15BC6464-215E-4FF4-A624-E21C99EF899B}" destId="{9192082A-0987-4E03-A2CE-6B1BF82CCD99}" srcOrd="0" destOrd="0" presId="urn:microsoft.com/office/officeart/2018/2/layout/IconVerticalSolidList"/>
    <dgm:cxn modelId="{027CD448-91E0-443E-997C-52AEE60CFCFC}" type="presParOf" srcId="{9192082A-0987-4E03-A2CE-6B1BF82CCD99}" destId="{98DE8C68-98C6-4B51-9F5C-3EFF22FDC9E1}" srcOrd="0" destOrd="0" presId="urn:microsoft.com/office/officeart/2018/2/layout/IconVerticalSolidList"/>
    <dgm:cxn modelId="{C561073D-F560-4679-9E3C-03ED3A004D0B}" type="presParOf" srcId="{9192082A-0987-4E03-A2CE-6B1BF82CCD99}" destId="{D9739B37-0988-4039-8A62-8F7008014260}" srcOrd="1" destOrd="0" presId="urn:microsoft.com/office/officeart/2018/2/layout/IconVerticalSolidList"/>
    <dgm:cxn modelId="{EECED987-40B5-4722-BA13-C5BE9E8BAC02}" type="presParOf" srcId="{9192082A-0987-4E03-A2CE-6B1BF82CCD99}" destId="{754D02BB-77E1-44CC-A4EC-CC8DAF8778B2}" srcOrd="2" destOrd="0" presId="urn:microsoft.com/office/officeart/2018/2/layout/IconVerticalSolidList"/>
    <dgm:cxn modelId="{2BE3FB98-2341-4C3B-92F5-F09DE682B9FC}" type="presParOf" srcId="{9192082A-0987-4E03-A2CE-6B1BF82CCD99}" destId="{D414EC68-A073-473F-82D0-F69A79422B47}" srcOrd="3" destOrd="0" presId="urn:microsoft.com/office/officeart/2018/2/layout/IconVerticalSolidList"/>
    <dgm:cxn modelId="{3966130C-C0E5-4775-9B77-20AB94BC4286}" type="presParOf" srcId="{15BC6464-215E-4FF4-A624-E21C99EF899B}" destId="{792E033B-551C-42AE-B989-85FDB6D61AB7}" srcOrd="1" destOrd="0" presId="urn:microsoft.com/office/officeart/2018/2/layout/IconVerticalSolidList"/>
    <dgm:cxn modelId="{48DE1E61-151E-430E-826F-504A6686780F}" type="presParOf" srcId="{15BC6464-215E-4FF4-A624-E21C99EF899B}" destId="{FF7377A9-B653-46DF-A077-C8ED21DE5F87}" srcOrd="2" destOrd="0" presId="urn:microsoft.com/office/officeart/2018/2/layout/IconVerticalSolidList"/>
    <dgm:cxn modelId="{6EFD190E-FFA6-4B20-80F6-156E8914F9EB}" type="presParOf" srcId="{FF7377A9-B653-46DF-A077-C8ED21DE5F87}" destId="{9DB62570-382F-4055-BF85-7F2F534DBF5B}" srcOrd="0" destOrd="0" presId="urn:microsoft.com/office/officeart/2018/2/layout/IconVerticalSolidList"/>
    <dgm:cxn modelId="{B3B0C49E-D6DE-4A1E-BC53-AC0E1A897390}" type="presParOf" srcId="{FF7377A9-B653-46DF-A077-C8ED21DE5F87}" destId="{6A0DBE5D-814B-4F2D-B392-D1F6B1090566}" srcOrd="1" destOrd="0" presId="urn:microsoft.com/office/officeart/2018/2/layout/IconVerticalSolidList"/>
    <dgm:cxn modelId="{4581A5CA-003B-4A41-9CF5-7E57644A1D9F}" type="presParOf" srcId="{FF7377A9-B653-46DF-A077-C8ED21DE5F87}" destId="{9701D3C1-9B53-4052-A675-0566FC36C97A}" srcOrd="2" destOrd="0" presId="urn:microsoft.com/office/officeart/2018/2/layout/IconVerticalSolidList"/>
    <dgm:cxn modelId="{BA636F3C-8BA8-471E-9B3F-0AF190DEF472}" type="presParOf" srcId="{FF7377A9-B653-46DF-A077-C8ED21DE5F87}" destId="{26EB492F-B9B3-4BED-BA68-41707F1F6EA5}" srcOrd="3" destOrd="0" presId="urn:microsoft.com/office/officeart/2018/2/layout/IconVerticalSolidList"/>
    <dgm:cxn modelId="{50F1A08A-031F-4EB5-9E1B-9931347AF9C1}" type="presParOf" srcId="{15BC6464-215E-4FF4-A624-E21C99EF899B}" destId="{60C2E018-50CB-4E08-BD10-54E491FCF286}" srcOrd="3" destOrd="0" presId="urn:microsoft.com/office/officeart/2018/2/layout/IconVerticalSolidList"/>
    <dgm:cxn modelId="{12BB0DEC-6719-4A11-9E01-D73D3DD214BB}" type="presParOf" srcId="{15BC6464-215E-4FF4-A624-E21C99EF899B}" destId="{3A45FF2E-A33C-410C-8498-9CB883FAFA6D}" srcOrd="4" destOrd="0" presId="urn:microsoft.com/office/officeart/2018/2/layout/IconVerticalSolidList"/>
    <dgm:cxn modelId="{DD694ECB-AD9C-4A33-804E-8B282CF6A603}" type="presParOf" srcId="{3A45FF2E-A33C-410C-8498-9CB883FAFA6D}" destId="{6BBA5A8A-990A-4E07-834C-BAF4C45CDDB7}" srcOrd="0" destOrd="0" presId="urn:microsoft.com/office/officeart/2018/2/layout/IconVerticalSolidList"/>
    <dgm:cxn modelId="{5C2231F1-9E79-40E2-8AA3-F23451D64770}" type="presParOf" srcId="{3A45FF2E-A33C-410C-8498-9CB883FAFA6D}" destId="{9B0F8E2E-9359-4D01-AF36-B37CC1DE91E2}" srcOrd="1" destOrd="0" presId="urn:microsoft.com/office/officeart/2018/2/layout/IconVerticalSolidList"/>
    <dgm:cxn modelId="{27B7482A-836F-452B-9734-BED92AA2A8D5}" type="presParOf" srcId="{3A45FF2E-A33C-410C-8498-9CB883FAFA6D}" destId="{DEB9ECC2-BCD8-4FB0-818D-F1754E844852}" srcOrd="2" destOrd="0" presId="urn:microsoft.com/office/officeart/2018/2/layout/IconVerticalSolidList"/>
    <dgm:cxn modelId="{9418219B-50A4-4782-925D-DCDD795521B7}" type="presParOf" srcId="{3A45FF2E-A33C-410C-8498-9CB883FAFA6D}" destId="{DC2EC40A-E367-4D47-9B5A-76D99B7C9074}" srcOrd="3" destOrd="0" presId="urn:microsoft.com/office/officeart/2018/2/layout/IconVerticalSolidList"/>
    <dgm:cxn modelId="{BFE9DA7C-1C8C-4E2F-8E37-31E28AB2B325}" type="presParOf" srcId="{15BC6464-215E-4FF4-A624-E21C99EF899B}" destId="{6F5804B9-EC70-446D-BCD7-2E3427673279}" srcOrd="5" destOrd="0" presId="urn:microsoft.com/office/officeart/2018/2/layout/IconVerticalSolidList"/>
    <dgm:cxn modelId="{00C7F895-1BCA-4023-8082-306A23EC0194}" type="presParOf" srcId="{15BC6464-215E-4FF4-A624-E21C99EF899B}" destId="{D9F5DC9F-E7D5-4545-93AF-0D440391771D}" srcOrd="6" destOrd="0" presId="urn:microsoft.com/office/officeart/2018/2/layout/IconVerticalSolidList"/>
    <dgm:cxn modelId="{78BE276A-06FE-44A7-9E52-F476928BA271}" type="presParOf" srcId="{D9F5DC9F-E7D5-4545-93AF-0D440391771D}" destId="{5BFE7557-0B2A-42E4-A8B3-E599EBFF7BD5}" srcOrd="0" destOrd="0" presId="urn:microsoft.com/office/officeart/2018/2/layout/IconVerticalSolidList"/>
    <dgm:cxn modelId="{085131D3-C1F5-45C6-9914-24859C46B2D8}" type="presParOf" srcId="{D9F5DC9F-E7D5-4545-93AF-0D440391771D}" destId="{C4F9A3B0-78BF-4596-BC79-4C6377BA5E7B}" srcOrd="1" destOrd="0" presId="urn:microsoft.com/office/officeart/2018/2/layout/IconVerticalSolidList"/>
    <dgm:cxn modelId="{BCEE6441-1C84-41F0-8902-A0598843E786}" type="presParOf" srcId="{D9F5DC9F-E7D5-4545-93AF-0D440391771D}" destId="{19749B64-BA34-4DD9-B36A-5CB13A4D2D2A}" srcOrd="2" destOrd="0" presId="urn:microsoft.com/office/officeart/2018/2/layout/IconVerticalSolidList"/>
    <dgm:cxn modelId="{58E514BB-93FC-445C-8434-4C14ABD8B50D}" type="presParOf" srcId="{D9F5DC9F-E7D5-4545-93AF-0D440391771D}" destId="{D394C5AA-52C6-4DD9-A6EE-C51DEEB589B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5CA613C-05DC-438A-9004-C1CB27FE474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44D1597-079A-4925-9251-553CA462C097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To cancel a booking:</a:t>
          </a:r>
        </a:p>
      </dgm:t>
    </dgm:pt>
    <dgm:pt modelId="{CE121511-8904-4014-8E18-8EBEC8954FF3}" type="parTrans" cxnId="{7E208C2D-117C-4F84-BEA5-5BA7DC921FB8}">
      <dgm:prSet/>
      <dgm:spPr/>
      <dgm:t>
        <a:bodyPr/>
        <a:lstStyle/>
        <a:p>
          <a:endParaRPr lang="en-US"/>
        </a:p>
      </dgm:t>
    </dgm:pt>
    <dgm:pt modelId="{1963B696-56AF-4C5F-A864-9F645CF1B0F0}" type="sibTrans" cxnId="{7E208C2D-117C-4F84-BEA5-5BA7DC921FB8}">
      <dgm:prSet/>
      <dgm:spPr/>
      <dgm:t>
        <a:bodyPr/>
        <a:lstStyle/>
        <a:p>
          <a:endParaRPr lang="en-US"/>
        </a:p>
      </dgm:t>
    </dgm:pt>
    <dgm:pt modelId="{E56D7BD0-6C70-44CA-B890-656981C11D58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- Enter booking ID</a:t>
          </a:r>
        </a:p>
      </dgm:t>
    </dgm:pt>
    <dgm:pt modelId="{BB811F85-07EB-430D-BB0C-7AFA582C2504}" type="parTrans" cxnId="{4709D593-981F-414C-923D-4A8706B28D48}">
      <dgm:prSet/>
      <dgm:spPr/>
      <dgm:t>
        <a:bodyPr/>
        <a:lstStyle/>
        <a:p>
          <a:endParaRPr lang="en-US"/>
        </a:p>
      </dgm:t>
    </dgm:pt>
    <dgm:pt modelId="{3CC51B5E-8CDB-4BBB-8ED3-E3F90BE36C43}" type="sibTrans" cxnId="{4709D593-981F-414C-923D-4A8706B28D48}">
      <dgm:prSet/>
      <dgm:spPr/>
      <dgm:t>
        <a:bodyPr/>
        <a:lstStyle/>
        <a:p>
          <a:endParaRPr lang="en-US"/>
        </a:p>
      </dgm:t>
    </dgm:pt>
    <dgm:pt modelId="{6D4380F6-EB52-44DB-8188-2506D6C64D94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- System deletes it from the file</a:t>
          </a:r>
        </a:p>
      </dgm:t>
    </dgm:pt>
    <dgm:pt modelId="{2BEC5BF8-245B-439F-A44E-E48F7E7C3B9B}" type="parTrans" cxnId="{17CE5FF1-C72A-47C6-B345-7698FF5BC681}">
      <dgm:prSet/>
      <dgm:spPr/>
      <dgm:t>
        <a:bodyPr/>
        <a:lstStyle/>
        <a:p>
          <a:endParaRPr lang="en-US"/>
        </a:p>
      </dgm:t>
    </dgm:pt>
    <dgm:pt modelId="{70B8AE20-ABB1-4A51-9463-29D3F33E1802}" type="sibTrans" cxnId="{17CE5FF1-C72A-47C6-B345-7698FF5BC681}">
      <dgm:prSet/>
      <dgm:spPr/>
      <dgm:t>
        <a:bodyPr/>
        <a:lstStyle/>
        <a:p>
          <a:endParaRPr lang="en-US"/>
        </a:p>
      </dgm:t>
    </dgm:pt>
    <dgm:pt modelId="{AD1B7A2D-31BB-44D4-8ACD-1685D7D37894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- Shows message “Booking cancelled successfully”</a:t>
          </a:r>
        </a:p>
      </dgm:t>
    </dgm:pt>
    <dgm:pt modelId="{9285218C-BA14-4AD4-BD48-FFAFB3C53C17}" type="parTrans" cxnId="{40F113D4-BD47-4440-9159-B2E09547B990}">
      <dgm:prSet/>
      <dgm:spPr/>
      <dgm:t>
        <a:bodyPr/>
        <a:lstStyle/>
        <a:p>
          <a:endParaRPr lang="en-US"/>
        </a:p>
      </dgm:t>
    </dgm:pt>
    <dgm:pt modelId="{D5AF22E1-BD8D-48D1-A7B1-62DFF1D86BC8}" type="sibTrans" cxnId="{40F113D4-BD47-4440-9159-B2E09547B990}">
      <dgm:prSet/>
      <dgm:spPr/>
      <dgm:t>
        <a:bodyPr/>
        <a:lstStyle/>
        <a:p>
          <a:endParaRPr lang="en-US"/>
        </a:p>
      </dgm:t>
    </dgm:pt>
    <dgm:pt modelId="{28A6FE79-4757-4C40-9D8B-6E6A4D008503}" type="pres">
      <dgm:prSet presAssocID="{D5CA613C-05DC-438A-9004-C1CB27FE4744}" presName="root" presStyleCnt="0">
        <dgm:presLayoutVars>
          <dgm:dir/>
          <dgm:resizeHandles val="exact"/>
        </dgm:presLayoutVars>
      </dgm:prSet>
      <dgm:spPr/>
    </dgm:pt>
    <dgm:pt modelId="{705D49F0-5D18-4548-9612-2879BCB88AA2}" type="pres">
      <dgm:prSet presAssocID="{944D1597-079A-4925-9251-553CA462C097}" presName="compNode" presStyleCnt="0"/>
      <dgm:spPr/>
    </dgm:pt>
    <dgm:pt modelId="{5DC6E4C1-B12D-4E97-BF28-C543E4B95984}" type="pres">
      <dgm:prSet presAssocID="{944D1597-079A-4925-9251-553CA462C097}" presName="bgRect" presStyleLbl="bgShp" presStyleIdx="0" presStyleCnt="4"/>
      <dgm:spPr/>
    </dgm:pt>
    <dgm:pt modelId="{D254DBCC-974A-4D50-82D1-B599FE801FDE}" type="pres">
      <dgm:prSet presAssocID="{944D1597-079A-4925-9251-553CA462C09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4EC4772D-EBDC-458A-807E-EBB564771B17}" type="pres">
      <dgm:prSet presAssocID="{944D1597-079A-4925-9251-553CA462C097}" presName="spaceRect" presStyleCnt="0"/>
      <dgm:spPr/>
    </dgm:pt>
    <dgm:pt modelId="{7FF1AAE5-54A2-41AF-9E70-8558C372782E}" type="pres">
      <dgm:prSet presAssocID="{944D1597-079A-4925-9251-553CA462C097}" presName="parTx" presStyleLbl="revTx" presStyleIdx="0" presStyleCnt="4">
        <dgm:presLayoutVars>
          <dgm:chMax val="0"/>
          <dgm:chPref val="0"/>
        </dgm:presLayoutVars>
      </dgm:prSet>
      <dgm:spPr/>
    </dgm:pt>
    <dgm:pt modelId="{778FA1C3-B35D-40BC-9C07-8417199A27B4}" type="pres">
      <dgm:prSet presAssocID="{1963B696-56AF-4C5F-A864-9F645CF1B0F0}" presName="sibTrans" presStyleCnt="0"/>
      <dgm:spPr/>
    </dgm:pt>
    <dgm:pt modelId="{07FB2284-5399-4ABA-96CF-9D5D8B4D856F}" type="pres">
      <dgm:prSet presAssocID="{E56D7BD0-6C70-44CA-B890-656981C11D58}" presName="compNode" presStyleCnt="0"/>
      <dgm:spPr/>
    </dgm:pt>
    <dgm:pt modelId="{5F83D1F4-7FE4-494B-A1DE-C939C26A931E}" type="pres">
      <dgm:prSet presAssocID="{E56D7BD0-6C70-44CA-B890-656981C11D58}" presName="bgRect" presStyleLbl="bgShp" presStyleIdx="1" presStyleCnt="4"/>
      <dgm:spPr/>
    </dgm:pt>
    <dgm:pt modelId="{34C8954F-5E5A-4DEA-8E38-4027E0081BB2}" type="pres">
      <dgm:prSet presAssocID="{E56D7BD0-6C70-44CA-B890-656981C11D5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2EB590DF-EE87-4750-A998-C1E9BEBBDC0E}" type="pres">
      <dgm:prSet presAssocID="{E56D7BD0-6C70-44CA-B890-656981C11D58}" presName="spaceRect" presStyleCnt="0"/>
      <dgm:spPr/>
    </dgm:pt>
    <dgm:pt modelId="{BBE83AE8-FD02-49C2-8E4F-E6EABD6551C0}" type="pres">
      <dgm:prSet presAssocID="{E56D7BD0-6C70-44CA-B890-656981C11D58}" presName="parTx" presStyleLbl="revTx" presStyleIdx="1" presStyleCnt="4">
        <dgm:presLayoutVars>
          <dgm:chMax val="0"/>
          <dgm:chPref val="0"/>
        </dgm:presLayoutVars>
      </dgm:prSet>
      <dgm:spPr/>
    </dgm:pt>
    <dgm:pt modelId="{B3117DBB-A4C1-4BDA-A11E-F839F525292B}" type="pres">
      <dgm:prSet presAssocID="{3CC51B5E-8CDB-4BBB-8ED3-E3F90BE36C43}" presName="sibTrans" presStyleCnt="0"/>
      <dgm:spPr/>
    </dgm:pt>
    <dgm:pt modelId="{F9D47D83-BB2D-4478-BEA7-3E5B0726028F}" type="pres">
      <dgm:prSet presAssocID="{6D4380F6-EB52-44DB-8188-2506D6C64D94}" presName="compNode" presStyleCnt="0"/>
      <dgm:spPr/>
    </dgm:pt>
    <dgm:pt modelId="{5514908F-1462-4795-9465-8ABA3C04445E}" type="pres">
      <dgm:prSet presAssocID="{6D4380F6-EB52-44DB-8188-2506D6C64D94}" presName="bgRect" presStyleLbl="bgShp" presStyleIdx="2" presStyleCnt="4"/>
      <dgm:spPr/>
    </dgm:pt>
    <dgm:pt modelId="{5CB163DE-F631-4EA9-A95F-5DA92D3BAA02}" type="pres">
      <dgm:prSet presAssocID="{6D4380F6-EB52-44DB-8188-2506D6C64D9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rbage"/>
        </a:ext>
      </dgm:extLst>
    </dgm:pt>
    <dgm:pt modelId="{206CDFD3-BFC8-443C-A2CF-448EAE5EBA14}" type="pres">
      <dgm:prSet presAssocID="{6D4380F6-EB52-44DB-8188-2506D6C64D94}" presName="spaceRect" presStyleCnt="0"/>
      <dgm:spPr/>
    </dgm:pt>
    <dgm:pt modelId="{82819747-10FC-41B1-96F0-F39DC1CC10B8}" type="pres">
      <dgm:prSet presAssocID="{6D4380F6-EB52-44DB-8188-2506D6C64D94}" presName="parTx" presStyleLbl="revTx" presStyleIdx="2" presStyleCnt="4">
        <dgm:presLayoutVars>
          <dgm:chMax val="0"/>
          <dgm:chPref val="0"/>
        </dgm:presLayoutVars>
      </dgm:prSet>
      <dgm:spPr/>
    </dgm:pt>
    <dgm:pt modelId="{042E8DC1-4B51-4BAE-AF1A-8A7BF08F4665}" type="pres">
      <dgm:prSet presAssocID="{70B8AE20-ABB1-4A51-9463-29D3F33E1802}" presName="sibTrans" presStyleCnt="0"/>
      <dgm:spPr/>
    </dgm:pt>
    <dgm:pt modelId="{4CCEE232-B3CF-413E-B49B-394AA2F348B4}" type="pres">
      <dgm:prSet presAssocID="{AD1B7A2D-31BB-44D4-8ACD-1685D7D37894}" presName="compNode" presStyleCnt="0"/>
      <dgm:spPr/>
    </dgm:pt>
    <dgm:pt modelId="{BBC889B6-9D0F-49C0-A728-124B45FBCB76}" type="pres">
      <dgm:prSet presAssocID="{AD1B7A2D-31BB-44D4-8ACD-1685D7D37894}" presName="bgRect" presStyleLbl="bgShp" presStyleIdx="3" presStyleCnt="4"/>
      <dgm:spPr/>
    </dgm:pt>
    <dgm:pt modelId="{63A93872-63A8-455C-8751-9C11C569B93E}" type="pres">
      <dgm:prSet presAssocID="{AD1B7A2D-31BB-44D4-8ACD-1685D7D3789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39EAAAD7-D66A-4567-871B-F5EF182149B0}" type="pres">
      <dgm:prSet presAssocID="{AD1B7A2D-31BB-44D4-8ACD-1685D7D37894}" presName="spaceRect" presStyleCnt="0"/>
      <dgm:spPr/>
    </dgm:pt>
    <dgm:pt modelId="{3F1814BB-3F56-4E8B-981A-4B8C6B10B322}" type="pres">
      <dgm:prSet presAssocID="{AD1B7A2D-31BB-44D4-8ACD-1685D7D3789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29CAC11-DE4E-4856-B26C-3292330D37F3}" type="presOf" srcId="{D5CA613C-05DC-438A-9004-C1CB27FE4744}" destId="{28A6FE79-4757-4C40-9D8B-6E6A4D008503}" srcOrd="0" destOrd="0" presId="urn:microsoft.com/office/officeart/2018/2/layout/IconVerticalSolidList"/>
    <dgm:cxn modelId="{4FA77F25-B0C9-4F47-9D82-D5800C2506A6}" type="presOf" srcId="{944D1597-079A-4925-9251-553CA462C097}" destId="{7FF1AAE5-54A2-41AF-9E70-8558C372782E}" srcOrd="0" destOrd="0" presId="urn:microsoft.com/office/officeart/2018/2/layout/IconVerticalSolidList"/>
    <dgm:cxn modelId="{7E208C2D-117C-4F84-BEA5-5BA7DC921FB8}" srcId="{D5CA613C-05DC-438A-9004-C1CB27FE4744}" destId="{944D1597-079A-4925-9251-553CA462C097}" srcOrd="0" destOrd="0" parTransId="{CE121511-8904-4014-8E18-8EBEC8954FF3}" sibTransId="{1963B696-56AF-4C5F-A864-9F645CF1B0F0}"/>
    <dgm:cxn modelId="{27356F5C-1A00-4A42-8FB8-309649DA10DE}" type="presOf" srcId="{AD1B7A2D-31BB-44D4-8ACD-1685D7D37894}" destId="{3F1814BB-3F56-4E8B-981A-4B8C6B10B322}" srcOrd="0" destOrd="0" presId="urn:microsoft.com/office/officeart/2018/2/layout/IconVerticalSolidList"/>
    <dgm:cxn modelId="{1C79F075-9A2D-4B5D-87F8-EB43EB4A4C91}" type="presOf" srcId="{E56D7BD0-6C70-44CA-B890-656981C11D58}" destId="{BBE83AE8-FD02-49C2-8E4F-E6EABD6551C0}" srcOrd="0" destOrd="0" presId="urn:microsoft.com/office/officeart/2018/2/layout/IconVerticalSolidList"/>
    <dgm:cxn modelId="{4709D593-981F-414C-923D-4A8706B28D48}" srcId="{D5CA613C-05DC-438A-9004-C1CB27FE4744}" destId="{E56D7BD0-6C70-44CA-B890-656981C11D58}" srcOrd="1" destOrd="0" parTransId="{BB811F85-07EB-430D-BB0C-7AFA582C2504}" sibTransId="{3CC51B5E-8CDB-4BBB-8ED3-E3F90BE36C43}"/>
    <dgm:cxn modelId="{777E6994-ED34-43CC-B6CC-F63225DA021A}" type="presOf" srcId="{6D4380F6-EB52-44DB-8188-2506D6C64D94}" destId="{82819747-10FC-41B1-96F0-F39DC1CC10B8}" srcOrd="0" destOrd="0" presId="urn:microsoft.com/office/officeart/2018/2/layout/IconVerticalSolidList"/>
    <dgm:cxn modelId="{40F113D4-BD47-4440-9159-B2E09547B990}" srcId="{D5CA613C-05DC-438A-9004-C1CB27FE4744}" destId="{AD1B7A2D-31BB-44D4-8ACD-1685D7D37894}" srcOrd="3" destOrd="0" parTransId="{9285218C-BA14-4AD4-BD48-FFAFB3C53C17}" sibTransId="{D5AF22E1-BD8D-48D1-A7B1-62DFF1D86BC8}"/>
    <dgm:cxn modelId="{17CE5FF1-C72A-47C6-B345-7698FF5BC681}" srcId="{D5CA613C-05DC-438A-9004-C1CB27FE4744}" destId="{6D4380F6-EB52-44DB-8188-2506D6C64D94}" srcOrd="2" destOrd="0" parTransId="{2BEC5BF8-245B-439F-A44E-E48F7E7C3B9B}" sibTransId="{70B8AE20-ABB1-4A51-9463-29D3F33E1802}"/>
    <dgm:cxn modelId="{1D944BFF-0A90-46E9-B918-3350D512C15A}" type="presParOf" srcId="{28A6FE79-4757-4C40-9D8B-6E6A4D008503}" destId="{705D49F0-5D18-4548-9612-2879BCB88AA2}" srcOrd="0" destOrd="0" presId="urn:microsoft.com/office/officeart/2018/2/layout/IconVerticalSolidList"/>
    <dgm:cxn modelId="{EFAE20A3-E8CA-4E52-B561-169A5C48B91B}" type="presParOf" srcId="{705D49F0-5D18-4548-9612-2879BCB88AA2}" destId="{5DC6E4C1-B12D-4E97-BF28-C543E4B95984}" srcOrd="0" destOrd="0" presId="urn:microsoft.com/office/officeart/2018/2/layout/IconVerticalSolidList"/>
    <dgm:cxn modelId="{8972D46F-2021-4F2B-8C13-4B8B01D7B8FF}" type="presParOf" srcId="{705D49F0-5D18-4548-9612-2879BCB88AA2}" destId="{D254DBCC-974A-4D50-82D1-B599FE801FDE}" srcOrd="1" destOrd="0" presId="urn:microsoft.com/office/officeart/2018/2/layout/IconVerticalSolidList"/>
    <dgm:cxn modelId="{6870F845-8F6A-4EC5-9928-6F6A27A2CABE}" type="presParOf" srcId="{705D49F0-5D18-4548-9612-2879BCB88AA2}" destId="{4EC4772D-EBDC-458A-807E-EBB564771B17}" srcOrd="2" destOrd="0" presId="urn:microsoft.com/office/officeart/2018/2/layout/IconVerticalSolidList"/>
    <dgm:cxn modelId="{B31763BA-330B-4182-89BA-4FB9ADF14EDF}" type="presParOf" srcId="{705D49F0-5D18-4548-9612-2879BCB88AA2}" destId="{7FF1AAE5-54A2-41AF-9E70-8558C372782E}" srcOrd="3" destOrd="0" presId="urn:microsoft.com/office/officeart/2018/2/layout/IconVerticalSolidList"/>
    <dgm:cxn modelId="{8DE26D59-13DD-43E5-A9EC-75D530953063}" type="presParOf" srcId="{28A6FE79-4757-4C40-9D8B-6E6A4D008503}" destId="{778FA1C3-B35D-40BC-9C07-8417199A27B4}" srcOrd="1" destOrd="0" presId="urn:microsoft.com/office/officeart/2018/2/layout/IconVerticalSolidList"/>
    <dgm:cxn modelId="{D8C6CE1D-E97E-4865-84B0-0E0F90F4418E}" type="presParOf" srcId="{28A6FE79-4757-4C40-9D8B-6E6A4D008503}" destId="{07FB2284-5399-4ABA-96CF-9D5D8B4D856F}" srcOrd="2" destOrd="0" presId="urn:microsoft.com/office/officeart/2018/2/layout/IconVerticalSolidList"/>
    <dgm:cxn modelId="{F97B5F08-099A-4B72-AB67-35BC5AE0281C}" type="presParOf" srcId="{07FB2284-5399-4ABA-96CF-9D5D8B4D856F}" destId="{5F83D1F4-7FE4-494B-A1DE-C939C26A931E}" srcOrd="0" destOrd="0" presId="urn:microsoft.com/office/officeart/2018/2/layout/IconVerticalSolidList"/>
    <dgm:cxn modelId="{EF246DA1-7150-477C-A244-B013A5353E23}" type="presParOf" srcId="{07FB2284-5399-4ABA-96CF-9D5D8B4D856F}" destId="{34C8954F-5E5A-4DEA-8E38-4027E0081BB2}" srcOrd="1" destOrd="0" presId="urn:microsoft.com/office/officeart/2018/2/layout/IconVerticalSolidList"/>
    <dgm:cxn modelId="{AF80E4B1-892E-4058-A21C-CC88FD52C867}" type="presParOf" srcId="{07FB2284-5399-4ABA-96CF-9D5D8B4D856F}" destId="{2EB590DF-EE87-4750-A998-C1E9BEBBDC0E}" srcOrd="2" destOrd="0" presId="urn:microsoft.com/office/officeart/2018/2/layout/IconVerticalSolidList"/>
    <dgm:cxn modelId="{4ED59F1A-FE54-4076-AC58-0A1DA76B3D6F}" type="presParOf" srcId="{07FB2284-5399-4ABA-96CF-9D5D8B4D856F}" destId="{BBE83AE8-FD02-49C2-8E4F-E6EABD6551C0}" srcOrd="3" destOrd="0" presId="urn:microsoft.com/office/officeart/2018/2/layout/IconVerticalSolidList"/>
    <dgm:cxn modelId="{597FC500-5F35-4964-A3CB-7305A72A39EA}" type="presParOf" srcId="{28A6FE79-4757-4C40-9D8B-6E6A4D008503}" destId="{B3117DBB-A4C1-4BDA-A11E-F839F525292B}" srcOrd="3" destOrd="0" presId="urn:microsoft.com/office/officeart/2018/2/layout/IconVerticalSolidList"/>
    <dgm:cxn modelId="{F302031C-B553-49F7-A9A4-7C3618CE8C26}" type="presParOf" srcId="{28A6FE79-4757-4C40-9D8B-6E6A4D008503}" destId="{F9D47D83-BB2D-4478-BEA7-3E5B0726028F}" srcOrd="4" destOrd="0" presId="urn:microsoft.com/office/officeart/2018/2/layout/IconVerticalSolidList"/>
    <dgm:cxn modelId="{17B200AA-0A7B-4372-AA5C-B51F1E2A3F84}" type="presParOf" srcId="{F9D47D83-BB2D-4478-BEA7-3E5B0726028F}" destId="{5514908F-1462-4795-9465-8ABA3C04445E}" srcOrd="0" destOrd="0" presId="urn:microsoft.com/office/officeart/2018/2/layout/IconVerticalSolidList"/>
    <dgm:cxn modelId="{9BD9AA57-1683-437E-9DD2-68E0CF85F7AA}" type="presParOf" srcId="{F9D47D83-BB2D-4478-BEA7-3E5B0726028F}" destId="{5CB163DE-F631-4EA9-A95F-5DA92D3BAA02}" srcOrd="1" destOrd="0" presId="urn:microsoft.com/office/officeart/2018/2/layout/IconVerticalSolidList"/>
    <dgm:cxn modelId="{ADB9C4FB-B490-4629-BBF5-6E3FE867ED99}" type="presParOf" srcId="{F9D47D83-BB2D-4478-BEA7-3E5B0726028F}" destId="{206CDFD3-BFC8-443C-A2CF-448EAE5EBA14}" srcOrd="2" destOrd="0" presId="urn:microsoft.com/office/officeart/2018/2/layout/IconVerticalSolidList"/>
    <dgm:cxn modelId="{C450F240-38E4-44C5-AC8E-120AC74BF405}" type="presParOf" srcId="{F9D47D83-BB2D-4478-BEA7-3E5B0726028F}" destId="{82819747-10FC-41B1-96F0-F39DC1CC10B8}" srcOrd="3" destOrd="0" presId="urn:microsoft.com/office/officeart/2018/2/layout/IconVerticalSolidList"/>
    <dgm:cxn modelId="{738E647C-9EB3-403E-BE4A-3EDB838A78A7}" type="presParOf" srcId="{28A6FE79-4757-4C40-9D8B-6E6A4D008503}" destId="{042E8DC1-4B51-4BAE-AF1A-8A7BF08F4665}" srcOrd="5" destOrd="0" presId="urn:microsoft.com/office/officeart/2018/2/layout/IconVerticalSolidList"/>
    <dgm:cxn modelId="{3738AB6C-9608-4AA8-ABE4-FC0D73B9C560}" type="presParOf" srcId="{28A6FE79-4757-4C40-9D8B-6E6A4D008503}" destId="{4CCEE232-B3CF-413E-B49B-394AA2F348B4}" srcOrd="6" destOrd="0" presId="urn:microsoft.com/office/officeart/2018/2/layout/IconVerticalSolidList"/>
    <dgm:cxn modelId="{12DF8906-9BB2-49D7-BA55-0E529F2A4DFC}" type="presParOf" srcId="{4CCEE232-B3CF-413E-B49B-394AA2F348B4}" destId="{BBC889B6-9D0F-49C0-A728-124B45FBCB76}" srcOrd="0" destOrd="0" presId="urn:microsoft.com/office/officeart/2018/2/layout/IconVerticalSolidList"/>
    <dgm:cxn modelId="{14215B1B-2FE7-4830-91C0-5B931C22B685}" type="presParOf" srcId="{4CCEE232-B3CF-413E-B49B-394AA2F348B4}" destId="{63A93872-63A8-455C-8751-9C11C569B93E}" srcOrd="1" destOrd="0" presId="urn:microsoft.com/office/officeart/2018/2/layout/IconVerticalSolidList"/>
    <dgm:cxn modelId="{D31B8BFB-BC29-4F15-820E-3E0E4AF84CA7}" type="presParOf" srcId="{4CCEE232-B3CF-413E-B49B-394AA2F348B4}" destId="{39EAAAD7-D66A-4567-871B-F5EF182149B0}" srcOrd="2" destOrd="0" presId="urn:microsoft.com/office/officeart/2018/2/layout/IconVerticalSolidList"/>
    <dgm:cxn modelId="{44654D02-0C2F-4152-9504-258FEC717275}" type="presParOf" srcId="{4CCEE232-B3CF-413E-B49B-394AA2F348B4}" destId="{3F1814BB-3F56-4E8B-981A-4B8C6B10B32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F6D92C3-7F69-48E3-80B6-34D3EDD0B18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F9C7D46-1481-4F27-94A1-0D45A95954BA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/>
              <a:cs typeface="Times New Roman"/>
            </a:rPr>
            <a:t>Football   : 500/hour</a:t>
          </a:r>
        </a:p>
      </dgm:t>
    </dgm:pt>
    <dgm:pt modelId="{72C4DA41-A91C-433A-8BA1-1751F9BD6519}" type="parTrans" cxnId="{4C1F1890-AC6B-4B4C-9ABB-5C321D98771C}">
      <dgm:prSet/>
      <dgm:spPr/>
      <dgm:t>
        <a:bodyPr/>
        <a:lstStyle/>
        <a:p>
          <a:endParaRPr lang="en-US"/>
        </a:p>
      </dgm:t>
    </dgm:pt>
    <dgm:pt modelId="{E16019A6-028E-43FC-BEA7-BE811DE392D4}" type="sibTrans" cxnId="{4C1F1890-AC6B-4B4C-9ABB-5C321D98771C}">
      <dgm:prSet/>
      <dgm:spPr/>
      <dgm:t>
        <a:bodyPr/>
        <a:lstStyle/>
        <a:p>
          <a:endParaRPr lang="en-US"/>
        </a:p>
      </dgm:t>
    </dgm:pt>
    <dgm:pt modelId="{BA8AAC18-8013-433D-9278-7265BC829032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/>
              <a:cs typeface="Times New Roman"/>
            </a:rPr>
            <a:t>Cricket    : 700/hour</a:t>
          </a:r>
        </a:p>
      </dgm:t>
    </dgm:pt>
    <dgm:pt modelId="{A70DB2E8-D131-4FE1-8C7E-3044A3CEFA57}" type="parTrans" cxnId="{C8A2990D-3593-48FA-92BF-1DF09E229026}">
      <dgm:prSet/>
      <dgm:spPr/>
      <dgm:t>
        <a:bodyPr/>
        <a:lstStyle/>
        <a:p>
          <a:endParaRPr lang="en-US"/>
        </a:p>
      </dgm:t>
    </dgm:pt>
    <dgm:pt modelId="{FB18C5F7-55F9-460B-94A1-415BF276856C}" type="sibTrans" cxnId="{C8A2990D-3593-48FA-92BF-1DF09E229026}">
      <dgm:prSet/>
      <dgm:spPr/>
      <dgm:t>
        <a:bodyPr/>
        <a:lstStyle/>
        <a:p>
          <a:endParaRPr lang="en-US"/>
        </a:p>
      </dgm:t>
    </dgm:pt>
    <dgm:pt modelId="{F97A4E72-B5F6-441B-8C12-E5C60ACF7CF2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/>
              <a:cs typeface="Times New Roman"/>
            </a:rPr>
            <a:t>Tennis     : 400/hour</a:t>
          </a:r>
        </a:p>
      </dgm:t>
    </dgm:pt>
    <dgm:pt modelId="{087CC1DD-B777-4418-9326-984B961D042C}" type="parTrans" cxnId="{E9D15AE4-62D2-4C90-B9A3-47E5F902E42F}">
      <dgm:prSet/>
      <dgm:spPr/>
      <dgm:t>
        <a:bodyPr/>
        <a:lstStyle/>
        <a:p>
          <a:endParaRPr lang="en-US"/>
        </a:p>
      </dgm:t>
    </dgm:pt>
    <dgm:pt modelId="{5F62A410-C30B-4336-96C2-95785FA73014}" type="sibTrans" cxnId="{E9D15AE4-62D2-4C90-B9A3-47E5F902E42F}">
      <dgm:prSet/>
      <dgm:spPr/>
      <dgm:t>
        <a:bodyPr/>
        <a:lstStyle/>
        <a:p>
          <a:endParaRPr lang="en-US"/>
        </a:p>
      </dgm:t>
    </dgm:pt>
    <dgm:pt modelId="{B12BDC3D-BDE6-46FA-A0B6-CA18FCB9CA32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/>
              <a:cs typeface="Times New Roman"/>
            </a:rPr>
            <a:t>Badminton  : 300/hour</a:t>
          </a:r>
        </a:p>
      </dgm:t>
    </dgm:pt>
    <dgm:pt modelId="{94028208-854A-4527-B61B-00C42BEFAE44}" type="parTrans" cxnId="{D2DD1DF8-3D44-4D1D-BDFD-4C25D2C68C9F}">
      <dgm:prSet/>
      <dgm:spPr/>
      <dgm:t>
        <a:bodyPr/>
        <a:lstStyle/>
        <a:p>
          <a:endParaRPr lang="en-US"/>
        </a:p>
      </dgm:t>
    </dgm:pt>
    <dgm:pt modelId="{8CE53845-60BE-499D-9C01-0B9B52A9BAF5}" type="sibTrans" cxnId="{D2DD1DF8-3D44-4D1D-BDFD-4C25D2C68C9F}">
      <dgm:prSet/>
      <dgm:spPr/>
      <dgm:t>
        <a:bodyPr/>
        <a:lstStyle/>
        <a:p>
          <a:endParaRPr lang="en-US"/>
        </a:p>
      </dgm:t>
    </dgm:pt>
    <dgm:pt modelId="{CA98895D-31B4-46D5-B25A-63B38D4B6246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/>
              <a:cs typeface="Times New Roman"/>
            </a:rPr>
            <a:t>Basketball : 450/hour</a:t>
          </a:r>
        </a:p>
      </dgm:t>
    </dgm:pt>
    <dgm:pt modelId="{5C8040CA-1EF3-4B8F-BA7A-6CFDB6E64CFF}" type="parTrans" cxnId="{A7A3C55F-76A6-4833-859D-90C728D1C836}">
      <dgm:prSet/>
      <dgm:spPr/>
      <dgm:t>
        <a:bodyPr/>
        <a:lstStyle/>
        <a:p>
          <a:endParaRPr lang="en-US"/>
        </a:p>
      </dgm:t>
    </dgm:pt>
    <dgm:pt modelId="{E2213227-525B-4AEB-B179-D660103B2892}" type="sibTrans" cxnId="{A7A3C55F-76A6-4833-859D-90C728D1C836}">
      <dgm:prSet/>
      <dgm:spPr/>
      <dgm:t>
        <a:bodyPr/>
        <a:lstStyle/>
        <a:p>
          <a:endParaRPr lang="en-US"/>
        </a:p>
      </dgm:t>
    </dgm:pt>
    <dgm:pt modelId="{0BCC4CAF-E842-42EA-8D58-DB0F85BA46D5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/>
              <a:cs typeface="Times New Roman"/>
            </a:rPr>
            <a:t>Snooker    : 350/hour</a:t>
          </a:r>
        </a:p>
      </dgm:t>
    </dgm:pt>
    <dgm:pt modelId="{9888F67A-89D2-40B6-922E-B5954ABAB803}" type="parTrans" cxnId="{A4F1FC6E-30F9-4ED3-B793-A1778CA1BE84}">
      <dgm:prSet/>
      <dgm:spPr/>
      <dgm:t>
        <a:bodyPr/>
        <a:lstStyle/>
        <a:p>
          <a:endParaRPr lang="en-US"/>
        </a:p>
      </dgm:t>
    </dgm:pt>
    <dgm:pt modelId="{463B80DD-4577-4637-AA16-17A7EF4846F9}" type="sibTrans" cxnId="{A4F1FC6E-30F9-4ED3-B793-A1778CA1BE84}">
      <dgm:prSet/>
      <dgm:spPr/>
      <dgm:t>
        <a:bodyPr/>
        <a:lstStyle/>
        <a:p>
          <a:endParaRPr lang="en-US"/>
        </a:p>
      </dgm:t>
    </dgm:pt>
    <dgm:pt modelId="{A0FC51E6-F250-4309-823B-2F92DC558177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/>
              <a:cs typeface="Times New Roman"/>
            </a:rPr>
            <a:t>Volleyball : 400/hour</a:t>
          </a:r>
        </a:p>
      </dgm:t>
    </dgm:pt>
    <dgm:pt modelId="{94B30E89-E728-4468-A609-6DDA082ED4B8}" type="parTrans" cxnId="{D6E0B9D1-168D-495C-B110-AC408C4E6ACE}">
      <dgm:prSet/>
      <dgm:spPr/>
      <dgm:t>
        <a:bodyPr/>
        <a:lstStyle/>
        <a:p>
          <a:endParaRPr lang="en-US"/>
        </a:p>
      </dgm:t>
    </dgm:pt>
    <dgm:pt modelId="{ED0BE8B2-ABD5-43B0-8545-C1493590CE3E}" type="sibTrans" cxnId="{D6E0B9D1-168D-495C-B110-AC408C4E6ACE}">
      <dgm:prSet/>
      <dgm:spPr/>
      <dgm:t>
        <a:bodyPr/>
        <a:lstStyle/>
        <a:p>
          <a:endParaRPr lang="en-US"/>
        </a:p>
      </dgm:t>
    </dgm:pt>
    <dgm:pt modelId="{DEE816F2-0F5C-43F6-B16A-99615D9E837A}" type="pres">
      <dgm:prSet presAssocID="{6F6D92C3-7F69-48E3-80B6-34D3EDD0B180}" presName="root" presStyleCnt="0">
        <dgm:presLayoutVars>
          <dgm:dir/>
          <dgm:resizeHandles val="exact"/>
        </dgm:presLayoutVars>
      </dgm:prSet>
      <dgm:spPr/>
    </dgm:pt>
    <dgm:pt modelId="{A8682A2B-EF8C-44D9-8F9A-EDBEFF16A497}" type="pres">
      <dgm:prSet presAssocID="{5F9C7D46-1481-4F27-94A1-0D45A95954BA}" presName="compNode" presStyleCnt="0"/>
      <dgm:spPr/>
    </dgm:pt>
    <dgm:pt modelId="{0FF224AB-791B-497F-AB95-2C65D139CD6C}" type="pres">
      <dgm:prSet presAssocID="{5F9C7D46-1481-4F27-94A1-0D45A95954BA}" presName="iconBgRect" presStyleLbl="bgShp" presStyleIdx="0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A9C12F67-49A0-4FE6-B662-5B237ECD6D88}" type="pres">
      <dgm:prSet presAssocID="{5F9C7D46-1481-4F27-94A1-0D45A95954B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gby"/>
        </a:ext>
      </dgm:extLst>
    </dgm:pt>
    <dgm:pt modelId="{A0F1E0B0-C4B2-4C83-9801-81B05B7D73FC}" type="pres">
      <dgm:prSet presAssocID="{5F9C7D46-1481-4F27-94A1-0D45A95954BA}" presName="spaceRect" presStyleCnt="0"/>
      <dgm:spPr/>
    </dgm:pt>
    <dgm:pt modelId="{5BA6B95A-5E28-4431-A675-149F26F6A7B5}" type="pres">
      <dgm:prSet presAssocID="{5F9C7D46-1481-4F27-94A1-0D45A95954BA}" presName="textRect" presStyleLbl="revTx" presStyleIdx="0" presStyleCnt="7">
        <dgm:presLayoutVars>
          <dgm:chMax val="1"/>
          <dgm:chPref val="1"/>
        </dgm:presLayoutVars>
      </dgm:prSet>
      <dgm:spPr/>
    </dgm:pt>
    <dgm:pt modelId="{031A1A54-513A-41CF-989B-7C1A6D430915}" type="pres">
      <dgm:prSet presAssocID="{E16019A6-028E-43FC-BEA7-BE811DE392D4}" presName="sibTrans" presStyleCnt="0"/>
      <dgm:spPr/>
    </dgm:pt>
    <dgm:pt modelId="{4C9E6294-253E-4B65-8B0D-F2DDEC615142}" type="pres">
      <dgm:prSet presAssocID="{BA8AAC18-8013-433D-9278-7265BC829032}" presName="compNode" presStyleCnt="0"/>
      <dgm:spPr/>
    </dgm:pt>
    <dgm:pt modelId="{587F8CC9-B2ED-45C3-9913-C2E496F5449B}" type="pres">
      <dgm:prSet presAssocID="{BA8AAC18-8013-433D-9278-7265BC829032}" presName="iconBgRect" presStyleLbl="bgShp" presStyleIdx="1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F408F531-B1DF-4C72-B00C-3DACAF676875}" type="pres">
      <dgm:prSet presAssocID="{BA8AAC18-8013-433D-9278-7265BC829032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icket"/>
        </a:ext>
      </dgm:extLst>
    </dgm:pt>
    <dgm:pt modelId="{1241B612-DC7A-47EF-A4F4-9BCA1900613A}" type="pres">
      <dgm:prSet presAssocID="{BA8AAC18-8013-433D-9278-7265BC829032}" presName="spaceRect" presStyleCnt="0"/>
      <dgm:spPr/>
    </dgm:pt>
    <dgm:pt modelId="{01C05A9E-A199-4D51-8616-C7D9E2E960ED}" type="pres">
      <dgm:prSet presAssocID="{BA8AAC18-8013-433D-9278-7265BC829032}" presName="textRect" presStyleLbl="revTx" presStyleIdx="1" presStyleCnt="7">
        <dgm:presLayoutVars>
          <dgm:chMax val="1"/>
          <dgm:chPref val="1"/>
        </dgm:presLayoutVars>
      </dgm:prSet>
      <dgm:spPr/>
    </dgm:pt>
    <dgm:pt modelId="{0AD6E5DD-9232-4D2C-B150-952EFA46FA06}" type="pres">
      <dgm:prSet presAssocID="{FB18C5F7-55F9-460B-94A1-415BF276856C}" presName="sibTrans" presStyleCnt="0"/>
      <dgm:spPr/>
    </dgm:pt>
    <dgm:pt modelId="{553B27B3-7C69-4A00-980B-1B851889B736}" type="pres">
      <dgm:prSet presAssocID="{F97A4E72-B5F6-441B-8C12-E5C60ACF7CF2}" presName="compNode" presStyleCnt="0"/>
      <dgm:spPr/>
    </dgm:pt>
    <dgm:pt modelId="{C02EFAF9-9248-4E60-9272-C238A9427902}" type="pres">
      <dgm:prSet presAssocID="{F97A4E72-B5F6-441B-8C12-E5C60ACF7CF2}" presName="iconBgRect" presStyleLbl="bgShp" presStyleIdx="2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4321961C-B266-4412-B497-CB4B93153029}" type="pres">
      <dgm:prSet presAssocID="{F97A4E72-B5F6-441B-8C12-E5C60ACF7CF2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nnis racket and ball"/>
        </a:ext>
      </dgm:extLst>
    </dgm:pt>
    <dgm:pt modelId="{3EA6B66F-B47F-4B7D-9647-EEACD0B6A217}" type="pres">
      <dgm:prSet presAssocID="{F97A4E72-B5F6-441B-8C12-E5C60ACF7CF2}" presName="spaceRect" presStyleCnt="0"/>
      <dgm:spPr/>
    </dgm:pt>
    <dgm:pt modelId="{E73A532E-0263-4E43-8776-0AFDA4E72698}" type="pres">
      <dgm:prSet presAssocID="{F97A4E72-B5F6-441B-8C12-E5C60ACF7CF2}" presName="textRect" presStyleLbl="revTx" presStyleIdx="2" presStyleCnt="7">
        <dgm:presLayoutVars>
          <dgm:chMax val="1"/>
          <dgm:chPref val="1"/>
        </dgm:presLayoutVars>
      </dgm:prSet>
      <dgm:spPr/>
    </dgm:pt>
    <dgm:pt modelId="{D5A229FA-5118-4A38-B3A1-C0D60599B39C}" type="pres">
      <dgm:prSet presAssocID="{5F62A410-C30B-4336-96C2-95785FA73014}" presName="sibTrans" presStyleCnt="0"/>
      <dgm:spPr/>
    </dgm:pt>
    <dgm:pt modelId="{EB3E69E0-3967-474F-A54F-17F66A0F5E9F}" type="pres">
      <dgm:prSet presAssocID="{B12BDC3D-BDE6-46FA-A0B6-CA18FCB9CA32}" presName="compNode" presStyleCnt="0"/>
      <dgm:spPr/>
    </dgm:pt>
    <dgm:pt modelId="{D9182171-6D69-4D8C-9EAB-572FAF336343}" type="pres">
      <dgm:prSet presAssocID="{B12BDC3D-BDE6-46FA-A0B6-CA18FCB9CA32}" presName="iconBgRect" presStyleLbl="bgShp" presStyleIdx="3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60322919-4B45-4D57-B85A-DA4124E6C3EF}" type="pres">
      <dgm:prSet presAssocID="{B12BDC3D-BDE6-46FA-A0B6-CA18FCB9CA32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nnis"/>
        </a:ext>
      </dgm:extLst>
    </dgm:pt>
    <dgm:pt modelId="{2587ED45-5E84-4FD6-87D8-357F923784D9}" type="pres">
      <dgm:prSet presAssocID="{B12BDC3D-BDE6-46FA-A0B6-CA18FCB9CA32}" presName="spaceRect" presStyleCnt="0"/>
      <dgm:spPr/>
    </dgm:pt>
    <dgm:pt modelId="{842DC8FD-BB42-495E-8D54-19D5E0E4DCF7}" type="pres">
      <dgm:prSet presAssocID="{B12BDC3D-BDE6-46FA-A0B6-CA18FCB9CA32}" presName="textRect" presStyleLbl="revTx" presStyleIdx="3" presStyleCnt="7">
        <dgm:presLayoutVars>
          <dgm:chMax val="1"/>
          <dgm:chPref val="1"/>
        </dgm:presLayoutVars>
      </dgm:prSet>
      <dgm:spPr/>
    </dgm:pt>
    <dgm:pt modelId="{8F3876F3-9B0F-412A-9149-1D2EB7017666}" type="pres">
      <dgm:prSet presAssocID="{8CE53845-60BE-499D-9C01-0B9B52A9BAF5}" presName="sibTrans" presStyleCnt="0"/>
      <dgm:spPr/>
    </dgm:pt>
    <dgm:pt modelId="{8F48BD2C-F3AF-40F2-9AC1-DED8785EAB10}" type="pres">
      <dgm:prSet presAssocID="{CA98895D-31B4-46D5-B25A-63B38D4B6246}" presName="compNode" presStyleCnt="0"/>
      <dgm:spPr/>
    </dgm:pt>
    <dgm:pt modelId="{B00F23BD-7622-44C2-9D60-5C078F59FBA2}" type="pres">
      <dgm:prSet presAssocID="{CA98895D-31B4-46D5-B25A-63B38D4B6246}" presName="iconBgRect" presStyleLbl="bgShp" presStyleIdx="4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C030EEAA-7414-4916-825E-63FA9195191B}" type="pres">
      <dgm:prSet presAssocID="{CA98895D-31B4-46D5-B25A-63B38D4B6246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ketball"/>
        </a:ext>
      </dgm:extLst>
    </dgm:pt>
    <dgm:pt modelId="{B35D0C14-53B7-4F3A-A258-E69BDA2AB446}" type="pres">
      <dgm:prSet presAssocID="{CA98895D-31B4-46D5-B25A-63B38D4B6246}" presName="spaceRect" presStyleCnt="0"/>
      <dgm:spPr/>
    </dgm:pt>
    <dgm:pt modelId="{4CCAAFBD-5076-412D-9538-A082725229E3}" type="pres">
      <dgm:prSet presAssocID="{CA98895D-31B4-46D5-B25A-63B38D4B6246}" presName="textRect" presStyleLbl="revTx" presStyleIdx="4" presStyleCnt="7">
        <dgm:presLayoutVars>
          <dgm:chMax val="1"/>
          <dgm:chPref val="1"/>
        </dgm:presLayoutVars>
      </dgm:prSet>
      <dgm:spPr/>
    </dgm:pt>
    <dgm:pt modelId="{E38DE713-3E87-4675-A05A-80D2644107FF}" type="pres">
      <dgm:prSet presAssocID="{E2213227-525B-4AEB-B179-D660103B2892}" presName="sibTrans" presStyleCnt="0"/>
      <dgm:spPr/>
    </dgm:pt>
    <dgm:pt modelId="{231C3987-F918-4C1D-9522-7F7B172E7FA7}" type="pres">
      <dgm:prSet presAssocID="{0BCC4CAF-E842-42EA-8D58-DB0F85BA46D5}" presName="compNode" presStyleCnt="0"/>
      <dgm:spPr/>
    </dgm:pt>
    <dgm:pt modelId="{A16665C9-FBF7-487D-BF7A-BBDFAE8E726C}" type="pres">
      <dgm:prSet presAssocID="{0BCC4CAF-E842-42EA-8D58-DB0F85BA46D5}" presName="iconBgRect" presStyleLbl="bgShp" presStyleIdx="5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F2127CB9-4609-4526-A1DE-F5E380867B00}" type="pres">
      <dgm:prSet presAssocID="{0BCC4CAF-E842-42EA-8D58-DB0F85BA46D5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DEF0BEA7-6ED9-4319-968B-74F9CD611683}" type="pres">
      <dgm:prSet presAssocID="{0BCC4CAF-E842-42EA-8D58-DB0F85BA46D5}" presName="spaceRect" presStyleCnt="0"/>
      <dgm:spPr/>
    </dgm:pt>
    <dgm:pt modelId="{6CCB5F6B-A4F7-48F4-8A50-74A458879E34}" type="pres">
      <dgm:prSet presAssocID="{0BCC4CAF-E842-42EA-8D58-DB0F85BA46D5}" presName="textRect" presStyleLbl="revTx" presStyleIdx="5" presStyleCnt="7">
        <dgm:presLayoutVars>
          <dgm:chMax val="1"/>
          <dgm:chPref val="1"/>
        </dgm:presLayoutVars>
      </dgm:prSet>
      <dgm:spPr/>
    </dgm:pt>
    <dgm:pt modelId="{A0986C42-3F32-421E-B2D6-E800ECFC3933}" type="pres">
      <dgm:prSet presAssocID="{463B80DD-4577-4637-AA16-17A7EF4846F9}" presName="sibTrans" presStyleCnt="0"/>
      <dgm:spPr/>
    </dgm:pt>
    <dgm:pt modelId="{EA9AD6B3-7850-418C-95D6-3E42F41C2397}" type="pres">
      <dgm:prSet presAssocID="{A0FC51E6-F250-4309-823B-2F92DC558177}" presName="compNode" presStyleCnt="0"/>
      <dgm:spPr/>
    </dgm:pt>
    <dgm:pt modelId="{C1856E39-8404-432E-934C-924FB750508A}" type="pres">
      <dgm:prSet presAssocID="{A0FC51E6-F250-4309-823B-2F92DC558177}" presName="iconBgRect" presStyleLbl="bgShp" presStyleIdx="6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7F2AA61F-CEA8-4395-BF2F-52E34BE93401}" type="pres">
      <dgm:prSet presAssocID="{A0FC51E6-F250-4309-823B-2F92DC558177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lleyball"/>
        </a:ext>
      </dgm:extLst>
    </dgm:pt>
    <dgm:pt modelId="{1593865B-C887-479E-8196-0B5085BFE74F}" type="pres">
      <dgm:prSet presAssocID="{A0FC51E6-F250-4309-823B-2F92DC558177}" presName="spaceRect" presStyleCnt="0"/>
      <dgm:spPr/>
    </dgm:pt>
    <dgm:pt modelId="{2D7C5C01-D1CB-4B82-99FA-BBD9C76CF763}" type="pres">
      <dgm:prSet presAssocID="{A0FC51E6-F250-4309-823B-2F92DC558177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C8A2990D-3593-48FA-92BF-1DF09E229026}" srcId="{6F6D92C3-7F69-48E3-80B6-34D3EDD0B180}" destId="{BA8AAC18-8013-433D-9278-7265BC829032}" srcOrd="1" destOrd="0" parTransId="{A70DB2E8-D131-4FE1-8C7E-3044A3CEFA57}" sibTransId="{FB18C5F7-55F9-460B-94A1-415BF276856C}"/>
    <dgm:cxn modelId="{7DACF90D-9EBE-45E3-8917-B2851907C062}" type="presOf" srcId="{A0FC51E6-F250-4309-823B-2F92DC558177}" destId="{2D7C5C01-D1CB-4B82-99FA-BBD9C76CF763}" srcOrd="0" destOrd="0" presId="urn:microsoft.com/office/officeart/2018/5/layout/IconLeafLabelList"/>
    <dgm:cxn modelId="{00451313-49E2-4990-94D6-8708719998BD}" type="presOf" srcId="{F97A4E72-B5F6-441B-8C12-E5C60ACF7CF2}" destId="{E73A532E-0263-4E43-8776-0AFDA4E72698}" srcOrd="0" destOrd="0" presId="urn:microsoft.com/office/officeart/2018/5/layout/IconLeafLabelList"/>
    <dgm:cxn modelId="{68FD3131-BA98-4EFA-B995-185CFCACF0F6}" type="presOf" srcId="{5F9C7D46-1481-4F27-94A1-0D45A95954BA}" destId="{5BA6B95A-5E28-4431-A675-149F26F6A7B5}" srcOrd="0" destOrd="0" presId="urn:microsoft.com/office/officeart/2018/5/layout/IconLeafLabelList"/>
    <dgm:cxn modelId="{A7A3C55F-76A6-4833-859D-90C728D1C836}" srcId="{6F6D92C3-7F69-48E3-80B6-34D3EDD0B180}" destId="{CA98895D-31B4-46D5-B25A-63B38D4B6246}" srcOrd="4" destOrd="0" parTransId="{5C8040CA-1EF3-4B8F-BA7A-6CFDB6E64CFF}" sibTransId="{E2213227-525B-4AEB-B179-D660103B2892}"/>
    <dgm:cxn modelId="{B880D962-36ED-470B-B2CA-005A41AE5FFE}" type="presOf" srcId="{0BCC4CAF-E842-42EA-8D58-DB0F85BA46D5}" destId="{6CCB5F6B-A4F7-48F4-8A50-74A458879E34}" srcOrd="0" destOrd="0" presId="urn:microsoft.com/office/officeart/2018/5/layout/IconLeafLabelList"/>
    <dgm:cxn modelId="{4553D245-532B-4C22-A018-773CA0C3A603}" type="presOf" srcId="{B12BDC3D-BDE6-46FA-A0B6-CA18FCB9CA32}" destId="{842DC8FD-BB42-495E-8D54-19D5E0E4DCF7}" srcOrd="0" destOrd="0" presId="urn:microsoft.com/office/officeart/2018/5/layout/IconLeafLabelList"/>
    <dgm:cxn modelId="{A4F1FC6E-30F9-4ED3-B793-A1778CA1BE84}" srcId="{6F6D92C3-7F69-48E3-80B6-34D3EDD0B180}" destId="{0BCC4CAF-E842-42EA-8D58-DB0F85BA46D5}" srcOrd="5" destOrd="0" parTransId="{9888F67A-89D2-40B6-922E-B5954ABAB803}" sibTransId="{463B80DD-4577-4637-AA16-17A7EF4846F9}"/>
    <dgm:cxn modelId="{A976C979-D61B-4C01-86C7-156E538CCCD9}" type="presOf" srcId="{CA98895D-31B4-46D5-B25A-63B38D4B6246}" destId="{4CCAAFBD-5076-412D-9538-A082725229E3}" srcOrd="0" destOrd="0" presId="urn:microsoft.com/office/officeart/2018/5/layout/IconLeafLabelList"/>
    <dgm:cxn modelId="{C1845284-CD84-4273-9DC3-012A252B9C02}" type="presOf" srcId="{BA8AAC18-8013-433D-9278-7265BC829032}" destId="{01C05A9E-A199-4D51-8616-C7D9E2E960ED}" srcOrd="0" destOrd="0" presId="urn:microsoft.com/office/officeart/2018/5/layout/IconLeafLabelList"/>
    <dgm:cxn modelId="{4C1F1890-AC6B-4B4C-9ABB-5C321D98771C}" srcId="{6F6D92C3-7F69-48E3-80B6-34D3EDD0B180}" destId="{5F9C7D46-1481-4F27-94A1-0D45A95954BA}" srcOrd="0" destOrd="0" parTransId="{72C4DA41-A91C-433A-8BA1-1751F9BD6519}" sibTransId="{E16019A6-028E-43FC-BEA7-BE811DE392D4}"/>
    <dgm:cxn modelId="{803365CF-B991-4551-823E-E13173885A26}" type="presOf" srcId="{6F6D92C3-7F69-48E3-80B6-34D3EDD0B180}" destId="{DEE816F2-0F5C-43F6-B16A-99615D9E837A}" srcOrd="0" destOrd="0" presId="urn:microsoft.com/office/officeart/2018/5/layout/IconLeafLabelList"/>
    <dgm:cxn modelId="{D6E0B9D1-168D-495C-B110-AC408C4E6ACE}" srcId="{6F6D92C3-7F69-48E3-80B6-34D3EDD0B180}" destId="{A0FC51E6-F250-4309-823B-2F92DC558177}" srcOrd="6" destOrd="0" parTransId="{94B30E89-E728-4468-A609-6DDA082ED4B8}" sibTransId="{ED0BE8B2-ABD5-43B0-8545-C1493590CE3E}"/>
    <dgm:cxn modelId="{E9D15AE4-62D2-4C90-B9A3-47E5F902E42F}" srcId="{6F6D92C3-7F69-48E3-80B6-34D3EDD0B180}" destId="{F97A4E72-B5F6-441B-8C12-E5C60ACF7CF2}" srcOrd="2" destOrd="0" parTransId="{087CC1DD-B777-4418-9326-984B961D042C}" sibTransId="{5F62A410-C30B-4336-96C2-95785FA73014}"/>
    <dgm:cxn modelId="{D2DD1DF8-3D44-4D1D-BDFD-4C25D2C68C9F}" srcId="{6F6D92C3-7F69-48E3-80B6-34D3EDD0B180}" destId="{B12BDC3D-BDE6-46FA-A0B6-CA18FCB9CA32}" srcOrd="3" destOrd="0" parTransId="{94028208-854A-4527-B61B-00C42BEFAE44}" sibTransId="{8CE53845-60BE-499D-9C01-0B9B52A9BAF5}"/>
    <dgm:cxn modelId="{FF2B647D-0FDB-4D8B-AE11-1333A27EA4A2}" type="presParOf" srcId="{DEE816F2-0F5C-43F6-B16A-99615D9E837A}" destId="{A8682A2B-EF8C-44D9-8F9A-EDBEFF16A497}" srcOrd="0" destOrd="0" presId="urn:microsoft.com/office/officeart/2018/5/layout/IconLeafLabelList"/>
    <dgm:cxn modelId="{F4F5D837-300E-434A-8092-8938A5F2AFF1}" type="presParOf" srcId="{A8682A2B-EF8C-44D9-8F9A-EDBEFF16A497}" destId="{0FF224AB-791B-497F-AB95-2C65D139CD6C}" srcOrd="0" destOrd="0" presId="urn:microsoft.com/office/officeart/2018/5/layout/IconLeafLabelList"/>
    <dgm:cxn modelId="{590A2213-02EF-46C6-A844-F70D0F1B44AA}" type="presParOf" srcId="{A8682A2B-EF8C-44D9-8F9A-EDBEFF16A497}" destId="{A9C12F67-49A0-4FE6-B662-5B237ECD6D88}" srcOrd="1" destOrd="0" presId="urn:microsoft.com/office/officeart/2018/5/layout/IconLeafLabelList"/>
    <dgm:cxn modelId="{9F28602E-A6E2-4735-AD9B-37632FFF72CD}" type="presParOf" srcId="{A8682A2B-EF8C-44D9-8F9A-EDBEFF16A497}" destId="{A0F1E0B0-C4B2-4C83-9801-81B05B7D73FC}" srcOrd="2" destOrd="0" presId="urn:microsoft.com/office/officeart/2018/5/layout/IconLeafLabelList"/>
    <dgm:cxn modelId="{A044E56A-CF00-4AB0-8601-8FEB73E8E45E}" type="presParOf" srcId="{A8682A2B-EF8C-44D9-8F9A-EDBEFF16A497}" destId="{5BA6B95A-5E28-4431-A675-149F26F6A7B5}" srcOrd="3" destOrd="0" presId="urn:microsoft.com/office/officeart/2018/5/layout/IconLeafLabelList"/>
    <dgm:cxn modelId="{DF36D5D2-2218-4E88-B65B-460E8372C1FB}" type="presParOf" srcId="{DEE816F2-0F5C-43F6-B16A-99615D9E837A}" destId="{031A1A54-513A-41CF-989B-7C1A6D430915}" srcOrd="1" destOrd="0" presId="urn:microsoft.com/office/officeart/2018/5/layout/IconLeafLabelList"/>
    <dgm:cxn modelId="{8FD23DAA-C1CA-4B8B-A285-0D3A16204F75}" type="presParOf" srcId="{DEE816F2-0F5C-43F6-B16A-99615D9E837A}" destId="{4C9E6294-253E-4B65-8B0D-F2DDEC615142}" srcOrd="2" destOrd="0" presId="urn:microsoft.com/office/officeart/2018/5/layout/IconLeafLabelList"/>
    <dgm:cxn modelId="{21947629-4E1D-443F-8282-96EC28BF2AA0}" type="presParOf" srcId="{4C9E6294-253E-4B65-8B0D-F2DDEC615142}" destId="{587F8CC9-B2ED-45C3-9913-C2E496F5449B}" srcOrd="0" destOrd="0" presId="urn:microsoft.com/office/officeart/2018/5/layout/IconLeafLabelList"/>
    <dgm:cxn modelId="{AB377C37-F776-49CF-88EE-3765C2BFD361}" type="presParOf" srcId="{4C9E6294-253E-4B65-8B0D-F2DDEC615142}" destId="{F408F531-B1DF-4C72-B00C-3DACAF676875}" srcOrd="1" destOrd="0" presId="urn:microsoft.com/office/officeart/2018/5/layout/IconLeafLabelList"/>
    <dgm:cxn modelId="{334638D7-56F9-4763-8717-CE19FEEA2C88}" type="presParOf" srcId="{4C9E6294-253E-4B65-8B0D-F2DDEC615142}" destId="{1241B612-DC7A-47EF-A4F4-9BCA1900613A}" srcOrd="2" destOrd="0" presId="urn:microsoft.com/office/officeart/2018/5/layout/IconLeafLabelList"/>
    <dgm:cxn modelId="{A1E2B0C5-2D80-49DE-BB4D-40516771663D}" type="presParOf" srcId="{4C9E6294-253E-4B65-8B0D-F2DDEC615142}" destId="{01C05A9E-A199-4D51-8616-C7D9E2E960ED}" srcOrd="3" destOrd="0" presId="urn:microsoft.com/office/officeart/2018/5/layout/IconLeafLabelList"/>
    <dgm:cxn modelId="{CB7066C7-5A0C-4F1F-AE76-DED45F916432}" type="presParOf" srcId="{DEE816F2-0F5C-43F6-B16A-99615D9E837A}" destId="{0AD6E5DD-9232-4D2C-B150-952EFA46FA06}" srcOrd="3" destOrd="0" presId="urn:microsoft.com/office/officeart/2018/5/layout/IconLeafLabelList"/>
    <dgm:cxn modelId="{7333D446-BC71-4AFA-848D-AD5233A35CFB}" type="presParOf" srcId="{DEE816F2-0F5C-43F6-B16A-99615D9E837A}" destId="{553B27B3-7C69-4A00-980B-1B851889B736}" srcOrd="4" destOrd="0" presId="urn:microsoft.com/office/officeart/2018/5/layout/IconLeafLabelList"/>
    <dgm:cxn modelId="{B8689E7D-3F55-4A8F-B7EE-89769DF160EE}" type="presParOf" srcId="{553B27B3-7C69-4A00-980B-1B851889B736}" destId="{C02EFAF9-9248-4E60-9272-C238A9427902}" srcOrd="0" destOrd="0" presId="urn:microsoft.com/office/officeart/2018/5/layout/IconLeafLabelList"/>
    <dgm:cxn modelId="{EF6CA413-6932-45E9-B854-05E2E413BE33}" type="presParOf" srcId="{553B27B3-7C69-4A00-980B-1B851889B736}" destId="{4321961C-B266-4412-B497-CB4B93153029}" srcOrd="1" destOrd="0" presId="urn:microsoft.com/office/officeart/2018/5/layout/IconLeafLabelList"/>
    <dgm:cxn modelId="{052BE84C-8D62-47A8-AD95-F00B845AEB95}" type="presParOf" srcId="{553B27B3-7C69-4A00-980B-1B851889B736}" destId="{3EA6B66F-B47F-4B7D-9647-EEACD0B6A217}" srcOrd="2" destOrd="0" presId="urn:microsoft.com/office/officeart/2018/5/layout/IconLeafLabelList"/>
    <dgm:cxn modelId="{73543F15-3FD1-4B01-8A14-E9166FF609C9}" type="presParOf" srcId="{553B27B3-7C69-4A00-980B-1B851889B736}" destId="{E73A532E-0263-4E43-8776-0AFDA4E72698}" srcOrd="3" destOrd="0" presId="urn:microsoft.com/office/officeart/2018/5/layout/IconLeafLabelList"/>
    <dgm:cxn modelId="{A273B19B-C547-417B-BC62-632CF3BD4D4F}" type="presParOf" srcId="{DEE816F2-0F5C-43F6-B16A-99615D9E837A}" destId="{D5A229FA-5118-4A38-B3A1-C0D60599B39C}" srcOrd="5" destOrd="0" presId="urn:microsoft.com/office/officeart/2018/5/layout/IconLeafLabelList"/>
    <dgm:cxn modelId="{A1ABEA11-F893-4B99-BFED-43E35A56C9AD}" type="presParOf" srcId="{DEE816F2-0F5C-43F6-B16A-99615D9E837A}" destId="{EB3E69E0-3967-474F-A54F-17F66A0F5E9F}" srcOrd="6" destOrd="0" presId="urn:microsoft.com/office/officeart/2018/5/layout/IconLeafLabelList"/>
    <dgm:cxn modelId="{9AA93D18-A754-45B3-9C01-E29D6171C4B7}" type="presParOf" srcId="{EB3E69E0-3967-474F-A54F-17F66A0F5E9F}" destId="{D9182171-6D69-4D8C-9EAB-572FAF336343}" srcOrd="0" destOrd="0" presId="urn:microsoft.com/office/officeart/2018/5/layout/IconLeafLabelList"/>
    <dgm:cxn modelId="{E432BAE5-49C2-4C70-82DE-BBCD755D2EA3}" type="presParOf" srcId="{EB3E69E0-3967-474F-A54F-17F66A0F5E9F}" destId="{60322919-4B45-4D57-B85A-DA4124E6C3EF}" srcOrd="1" destOrd="0" presId="urn:microsoft.com/office/officeart/2018/5/layout/IconLeafLabelList"/>
    <dgm:cxn modelId="{B50A0559-0F8B-4668-8E98-F72EB92A7FE7}" type="presParOf" srcId="{EB3E69E0-3967-474F-A54F-17F66A0F5E9F}" destId="{2587ED45-5E84-4FD6-87D8-357F923784D9}" srcOrd="2" destOrd="0" presId="urn:microsoft.com/office/officeart/2018/5/layout/IconLeafLabelList"/>
    <dgm:cxn modelId="{C7AA3F3D-F5FD-47C4-A117-25E7A028CD4D}" type="presParOf" srcId="{EB3E69E0-3967-474F-A54F-17F66A0F5E9F}" destId="{842DC8FD-BB42-495E-8D54-19D5E0E4DCF7}" srcOrd="3" destOrd="0" presId="urn:microsoft.com/office/officeart/2018/5/layout/IconLeafLabelList"/>
    <dgm:cxn modelId="{CC0F734A-2008-440D-8B17-7A33486C5493}" type="presParOf" srcId="{DEE816F2-0F5C-43F6-B16A-99615D9E837A}" destId="{8F3876F3-9B0F-412A-9149-1D2EB7017666}" srcOrd="7" destOrd="0" presId="urn:microsoft.com/office/officeart/2018/5/layout/IconLeafLabelList"/>
    <dgm:cxn modelId="{CFCD881B-9BC1-4C1C-B7BF-D9338B0A82F4}" type="presParOf" srcId="{DEE816F2-0F5C-43F6-B16A-99615D9E837A}" destId="{8F48BD2C-F3AF-40F2-9AC1-DED8785EAB10}" srcOrd="8" destOrd="0" presId="urn:microsoft.com/office/officeart/2018/5/layout/IconLeafLabelList"/>
    <dgm:cxn modelId="{92AF765C-4F0D-4759-B694-1A9CC8A45648}" type="presParOf" srcId="{8F48BD2C-F3AF-40F2-9AC1-DED8785EAB10}" destId="{B00F23BD-7622-44C2-9D60-5C078F59FBA2}" srcOrd="0" destOrd="0" presId="urn:microsoft.com/office/officeart/2018/5/layout/IconLeafLabelList"/>
    <dgm:cxn modelId="{BF69C211-46D0-4CF7-B055-6B237046FF7B}" type="presParOf" srcId="{8F48BD2C-F3AF-40F2-9AC1-DED8785EAB10}" destId="{C030EEAA-7414-4916-825E-63FA9195191B}" srcOrd="1" destOrd="0" presId="urn:microsoft.com/office/officeart/2018/5/layout/IconLeafLabelList"/>
    <dgm:cxn modelId="{3F6AC14A-8442-43D1-9E5B-D1542A2B41B2}" type="presParOf" srcId="{8F48BD2C-F3AF-40F2-9AC1-DED8785EAB10}" destId="{B35D0C14-53B7-4F3A-A258-E69BDA2AB446}" srcOrd="2" destOrd="0" presId="urn:microsoft.com/office/officeart/2018/5/layout/IconLeafLabelList"/>
    <dgm:cxn modelId="{D60ACAA9-7F44-427D-BEFA-E877C21F865A}" type="presParOf" srcId="{8F48BD2C-F3AF-40F2-9AC1-DED8785EAB10}" destId="{4CCAAFBD-5076-412D-9538-A082725229E3}" srcOrd="3" destOrd="0" presId="urn:microsoft.com/office/officeart/2018/5/layout/IconLeafLabelList"/>
    <dgm:cxn modelId="{7D953B94-20C5-4393-AA61-4982641D02BA}" type="presParOf" srcId="{DEE816F2-0F5C-43F6-B16A-99615D9E837A}" destId="{E38DE713-3E87-4675-A05A-80D2644107FF}" srcOrd="9" destOrd="0" presId="urn:microsoft.com/office/officeart/2018/5/layout/IconLeafLabelList"/>
    <dgm:cxn modelId="{5D64444B-C2D3-4ECE-BDCE-F071B25D7F89}" type="presParOf" srcId="{DEE816F2-0F5C-43F6-B16A-99615D9E837A}" destId="{231C3987-F918-4C1D-9522-7F7B172E7FA7}" srcOrd="10" destOrd="0" presId="urn:microsoft.com/office/officeart/2018/5/layout/IconLeafLabelList"/>
    <dgm:cxn modelId="{4CECC5A5-03A5-4971-9FC6-E2C21699B74E}" type="presParOf" srcId="{231C3987-F918-4C1D-9522-7F7B172E7FA7}" destId="{A16665C9-FBF7-487D-BF7A-BBDFAE8E726C}" srcOrd="0" destOrd="0" presId="urn:microsoft.com/office/officeart/2018/5/layout/IconLeafLabelList"/>
    <dgm:cxn modelId="{2882385C-BB3E-4CD2-BB7B-747C85C10E28}" type="presParOf" srcId="{231C3987-F918-4C1D-9522-7F7B172E7FA7}" destId="{F2127CB9-4609-4526-A1DE-F5E380867B00}" srcOrd="1" destOrd="0" presId="urn:microsoft.com/office/officeart/2018/5/layout/IconLeafLabelList"/>
    <dgm:cxn modelId="{923D744B-334C-49F0-A785-57853388A436}" type="presParOf" srcId="{231C3987-F918-4C1D-9522-7F7B172E7FA7}" destId="{DEF0BEA7-6ED9-4319-968B-74F9CD611683}" srcOrd="2" destOrd="0" presId="urn:microsoft.com/office/officeart/2018/5/layout/IconLeafLabelList"/>
    <dgm:cxn modelId="{C117B5B6-405A-4A3A-9608-7D139BC7EEB6}" type="presParOf" srcId="{231C3987-F918-4C1D-9522-7F7B172E7FA7}" destId="{6CCB5F6B-A4F7-48F4-8A50-74A458879E34}" srcOrd="3" destOrd="0" presId="urn:microsoft.com/office/officeart/2018/5/layout/IconLeafLabelList"/>
    <dgm:cxn modelId="{F5D9EC9B-DA20-44A3-B26E-CAE576445DB7}" type="presParOf" srcId="{DEE816F2-0F5C-43F6-B16A-99615D9E837A}" destId="{A0986C42-3F32-421E-B2D6-E800ECFC3933}" srcOrd="11" destOrd="0" presId="urn:microsoft.com/office/officeart/2018/5/layout/IconLeafLabelList"/>
    <dgm:cxn modelId="{8BE770A1-4BA5-4E62-B53B-939DBEEC1DB7}" type="presParOf" srcId="{DEE816F2-0F5C-43F6-B16A-99615D9E837A}" destId="{EA9AD6B3-7850-418C-95D6-3E42F41C2397}" srcOrd="12" destOrd="0" presId="urn:microsoft.com/office/officeart/2018/5/layout/IconLeafLabelList"/>
    <dgm:cxn modelId="{C32B6030-5351-4C92-B5E8-77D392387A5E}" type="presParOf" srcId="{EA9AD6B3-7850-418C-95D6-3E42F41C2397}" destId="{C1856E39-8404-432E-934C-924FB750508A}" srcOrd="0" destOrd="0" presId="urn:microsoft.com/office/officeart/2018/5/layout/IconLeafLabelList"/>
    <dgm:cxn modelId="{D06DA600-8213-403C-A3E0-2C8F4CB7843E}" type="presParOf" srcId="{EA9AD6B3-7850-418C-95D6-3E42F41C2397}" destId="{7F2AA61F-CEA8-4395-BF2F-52E34BE93401}" srcOrd="1" destOrd="0" presId="urn:microsoft.com/office/officeart/2018/5/layout/IconLeafLabelList"/>
    <dgm:cxn modelId="{58BE952F-41DC-4624-8CF6-48AA86AAB79A}" type="presParOf" srcId="{EA9AD6B3-7850-418C-95D6-3E42F41C2397}" destId="{1593865B-C887-479E-8196-0B5085BFE74F}" srcOrd="2" destOrd="0" presId="urn:microsoft.com/office/officeart/2018/5/layout/IconLeafLabelList"/>
    <dgm:cxn modelId="{4F95D12B-F80F-4DE3-9E58-C18313B68950}" type="presParOf" srcId="{EA9AD6B3-7850-418C-95D6-3E42F41C2397}" destId="{2D7C5C01-D1CB-4B82-99FA-BBD9C76CF76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7C64778-46F4-407C-B3E0-6C7CF8210B80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5F6A9EF-36D7-4728-B9FC-B4AC810497E5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We have also started making a </a:t>
          </a:r>
          <a:r>
            <a:rPr lang="en-US" b="1" dirty="0">
              <a:latin typeface="Times New Roman"/>
              <a:cs typeface="Times New Roman"/>
            </a:rPr>
            <a:t>web version</a:t>
          </a:r>
          <a:r>
            <a:rPr lang="en-US" dirty="0">
              <a:latin typeface="Times New Roman"/>
              <a:cs typeface="Times New Roman"/>
            </a:rPr>
            <a:t> of this project.</a:t>
          </a:r>
        </a:p>
      </dgm:t>
    </dgm:pt>
    <dgm:pt modelId="{3FC26EA8-1CEE-4960-B099-2DB6AEBB3B89}" type="parTrans" cxnId="{4B5DDD82-7AA3-4EA4-964D-DE357D1DE42C}">
      <dgm:prSet/>
      <dgm:spPr/>
      <dgm:t>
        <a:bodyPr/>
        <a:lstStyle/>
        <a:p>
          <a:endParaRPr lang="en-US"/>
        </a:p>
      </dgm:t>
    </dgm:pt>
    <dgm:pt modelId="{031D413E-5553-460D-93A8-AE5A254939CE}" type="sibTrans" cxnId="{4B5DDD82-7AA3-4EA4-964D-DE357D1DE42C}">
      <dgm:prSet/>
      <dgm:spPr/>
      <dgm:t>
        <a:bodyPr/>
        <a:lstStyle/>
        <a:p>
          <a:endParaRPr lang="en-US"/>
        </a:p>
      </dgm:t>
    </dgm:pt>
    <dgm:pt modelId="{F8E796F3-E999-442D-82DC-DF222D46531B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The</a:t>
          </a:r>
          <a:r>
            <a:rPr lang="en-US" b="1" dirty="0">
              <a:latin typeface="Times New Roman"/>
              <a:cs typeface="Times New Roman"/>
            </a:rPr>
            <a:t> </a:t>
          </a:r>
          <a:r>
            <a:rPr lang="en-US" dirty="0">
              <a:latin typeface="Times New Roman"/>
              <a:cs typeface="Times New Roman"/>
            </a:rPr>
            <a:t>frontend</a:t>
          </a:r>
          <a:r>
            <a:rPr lang="en-US" b="1" dirty="0">
              <a:latin typeface="Times New Roman"/>
              <a:cs typeface="Times New Roman"/>
            </a:rPr>
            <a:t> </a:t>
          </a:r>
          <a:r>
            <a:rPr lang="en-US" dirty="0">
              <a:latin typeface="Times New Roman"/>
              <a:cs typeface="Times New Roman"/>
            </a:rPr>
            <a:t>is developed using React.</a:t>
          </a:r>
        </a:p>
      </dgm:t>
    </dgm:pt>
    <dgm:pt modelId="{3E6F58C4-5E2C-46CC-BD1E-9E5FB368FF1A}" type="parTrans" cxnId="{2EE875AD-AB29-4755-A8A7-BD66CF35C093}">
      <dgm:prSet/>
      <dgm:spPr/>
      <dgm:t>
        <a:bodyPr/>
        <a:lstStyle/>
        <a:p>
          <a:endParaRPr lang="en-US"/>
        </a:p>
      </dgm:t>
    </dgm:pt>
    <dgm:pt modelId="{24C50E13-DB8A-4B21-B49A-8EA2FB18C9F1}" type="sibTrans" cxnId="{2EE875AD-AB29-4755-A8A7-BD66CF35C093}">
      <dgm:prSet/>
      <dgm:spPr/>
      <dgm:t>
        <a:bodyPr/>
        <a:lstStyle/>
        <a:p>
          <a:endParaRPr lang="en-US"/>
        </a:p>
      </dgm:t>
    </dgm:pt>
    <dgm:pt modelId="{4299721E-19F5-4434-84DE-9F9D8ACCAD7C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The backend is built with Python FastAPI.</a:t>
          </a:r>
        </a:p>
      </dgm:t>
    </dgm:pt>
    <dgm:pt modelId="{22260A6C-A3C8-4587-B297-5FFA49B4C29F}" type="parTrans" cxnId="{5950DEB3-16A7-4F09-9B11-4897B161FDD9}">
      <dgm:prSet/>
      <dgm:spPr/>
      <dgm:t>
        <a:bodyPr/>
        <a:lstStyle/>
        <a:p>
          <a:endParaRPr lang="en-US"/>
        </a:p>
      </dgm:t>
    </dgm:pt>
    <dgm:pt modelId="{F0113363-14A4-4F52-B06B-8E983FC10C81}" type="sibTrans" cxnId="{5950DEB3-16A7-4F09-9B11-4897B161FDD9}">
      <dgm:prSet/>
      <dgm:spPr/>
      <dgm:t>
        <a:bodyPr/>
        <a:lstStyle/>
        <a:p>
          <a:endParaRPr lang="en-US"/>
        </a:p>
      </dgm:t>
    </dgm:pt>
    <dgm:pt modelId="{2E6D9A7E-0ACC-40D7-8533-3E3601231351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A database is connected to store booking records.</a:t>
          </a:r>
        </a:p>
      </dgm:t>
    </dgm:pt>
    <dgm:pt modelId="{D13265F6-4A90-4172-9900-6F7316964672}" type="parTrans" cxnId="{F6585F23-7318-49F7-83A9-69AF3020F1FD}">
      <dgm:prSet/>
      <dgm:spPr/>
      <dgm:t>
        <a:bodyPr/>
        <a:lstStyle/>
        <a:p>
          <a:endParaRPr lang="en-US"/>
        </a:p>
      </dgm:t>
    </dgm:pt>
    <dgm:pt modelId="{28BA7E24-B17D-477C-BB7D-8EDC51429EF2}" type="sibTrans" cxnId="{F6585F23-7318-49F7-83A9-69AF3020F1FD}">
      <dgm:prSet/>
      <dgm:spPr/>
      <dgm:t>
        <a:bodyPr/>
        <a:lstStyle/>
        <a:p>
          <a:endParaRPr lang="en-US"/>
        </a:p>
      </dgm:t>
    </dgm:pt>
    <dgm:pt modelId="{95756862-B2A5-494B-A2F6-DBDE31E4ECF6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The website is not fully; completed yet some work is still in progress.</a:t>
          </a:r>
        </a:p>
      </dgm:t>
    </dgm:pt>
    <dgm:pt modelId="{5F458E63-B3EF-4820-9424-F94C07FBD797}" type="parTrans" cxnId="{C7922D51-83D3-4FBB-B62A-85ADA930C8CA}">
      <dgm:prSet/>
      <dgm:spPr/>
      <dgm:t>
        <a:bodyPr/>
        <a:lstStyle/>
        <a:p>
          <a:endParaRPr lang="en-US"/>
        </a:p>
      </dgm:t>
    </dgm:pt>
    <dgm:pt modelId="{F3943576-A354-4C40-A397-014425FF9209}" type="sibTrans" cxnId="{C7922D51-83D3-4FBB-B62A-85ADA930C8CA}">
      <dgm:prSet/>
      <dgm:spPr/>
      <dgm:t>
        <a:bodyPr/>
        <a:lstStyle/>
        <a:p>
          <a:endParaRPr lang="en-US"/>
        </a:p>
      </dgm:t>
    </dgm:pt>
    <dgm:pt modelId="{2FB19A5B-CC1D-49F3-854C-CFA3B65FDC26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In the future, we plan to add more features and improve the design.</a:t>
          </a:r>
        </a:p>
      </dgm:t>
    </dgm:pt>
    <dgm:pt modelId="{72CA340B-048D-4528-A23D-0142DAFDF498}" type="parTrans" cxnId="{A2B89669-201D-4A59-BE35-03F5B3C7745A}">
      <dgm:prSet/>
      <dgm:spPr/>
      <dgm:t>
        <a:bodyPr/>
        <a:lstStyle/>
        <a:p>
          <a:endParaRPr lang="en-US"/>
        </a:p>
      </dgm:t>
    </dgm:pt>
    <dgm:pt modelId="{FF7884F4-8D98-4AAD-BC60-2D7FE182D497}" type="sibTrans" cxnId="{A2B89669-201D-4A59-BE35-03F5B3C7745A}">
      <dgm:prSet/>
      <dgm:spPr/>
      <dgm:t>
        <a:bodyPr/>
        <a:lstStyle/>
        <a:p>
          <a:endParaRPr lang="en-US"/>
        </a:p>
      </dgm:t>
    </dgm:pt>
    <dgm:pt modelId="{D3F25985-1896-4B18-8E1F-116B611929D5}">
      <dgm:prSet/>
      <dgm:spPr/>
      <dgm:t>
        <a:bodyPr/>
        <a:lstStyle/>
        <a:p>
          <a:r>
            <a:rPr lang="en-US" b="1" dirty="0">
              <a:latin typeface="Times New Roman"/>
              <a:cs typeface="Times New Roman"/>
            </a:rPr>
            <a:t>Website demo</a:t>
          </a:r>
          <a:endParaRPr lang="en-US" dirty="0">
            <a:latin typeface="Times New Roman"/>
            <a:cs typeface="Times New Roman"/>
          </a:endParaRPr>
        </a:p>
      </dgm:t>
    </dgm:pt>
    <dgm:pt modelId="{1194F937-3BCF-493B-8970-14336B82D9BE}" type="parTrans" cxnId="{AEED6CED-1444-465D-AAB7-8C57E0CBF094}">
      <dgm:prSet/>
      <dgm:spPr/>
      <dgm:t>
        <a:bodyPr/>
        <a:lstStyle/>
        <a:p>
          <a:endParaRPr lang="en-US"/>
        </a:p>
      </dgm:t>
    </dgm:pt>
    <dgm:pt modelId="{BB7686F1-5AC7-4186-8F0D-A7EACAE915FF}" type="sibTrans" cxnId="{AEED6CED-1444-465D-AAB7-8C57E0CBF094}">
      <dgm:prSet/>
      <dgm:spPr/>
      <dgm:t>
        <a:bodyPr/>
        <a:lstStyle/>
        <a:p>
          <a:endParaRPr lang="en-US"/>
        </a:p>
      </dgm:t>
    </dgm:pt>
    <dgm:pt modelId="{D0BED5EE-997A-47B4-95E7-DE0E4645419B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You can also see the website version of the booking System</a:t>
          </a:r>
        </a:p>
      </dgm:t>
    </dgm:pt>
    <dgm:pt modelId="{67541FB6-E267-4187-A47E-DE9C44D9F862}" type="parTrans" cxnId="{B095F094-AAEB-49C9-BD4D-2F84B2B26FD3}">
      <dgm:prSet/>
      <dgm:spPr/>
      <dgm:t>
        <a:bodyPr/>
        <a:lstStyle/>
        <a:p>
          <a:endParaRPr lang="en-US"/>
        </a:p>
      </dgm:t>
    </dgm:pt>
    <dgm:pt modelId="{0C0B73F0-1D04-48DE-8270-A7F07EF54904}" type="sibTrans" cxnId="{B095F094-AAEB-49C9-BD4D-2F84B2B26FD3}">
      <dgm:prSet/>
      <dgm:spPr/>
      <dgm:t>
        <a:bodyPr/>
        <a:lstStyle/>
        <a:p>
          <a:endParaRPr lang="en-US"/>
        </a:p>
      </dgm:t>
    </dgm:pt>
    <dgm:pt modelId="{4258EE38-A778-4028-8DF5-67CB5D334737}" type="pres">
      <dgm:prSet presAssocID="{17C64778-46F4-407C-B3E0-6C7CF8210B80}" presName="Name0" presStyleCnt="0">
        <dgm:presLayoutVars>
          <dgm:dir/>
          <dgm:resizeHandles val="exact"/>
        </dgm:presLayoutVars>
      </dgm:prSet>
      <dgm:spPr/>
    </dgm:pt>
    <dgm:pt modelId="{902F7BDA-3BF2-4757-939F-70F6EB95C6CD}" type="pres">
      <dgm:prSet presAssocID="{F5F6A9EF-36D7-4728-B9FC-B4AC810497E5}" presName="node" presStyleLbl="node1" presStyleIdx="0" presStyleCnt="8">
        <dgm:presLayoutVars>
          <dgm:bulletEnabled val="1"/>
        </dgm:presLayoutVars>
      </dgm:prSet>
      <dgm:spPr/>
    </dgm:pt>
    <dgm:pt modelId="{6CF1AA60-C576-4D4C-B7C5-26E3C3E0B54F}" type="pres">
      <dgm:prSet presAssocID="{031D413E-5553-460D-93A8-AE5A254939CE}" presName="sibTrans" presStyleLbl="sibTrans1D1" presStyleIdx="0" presStyleCnt="7"/>
      <dgm:spPr/>
    </dgm:pt>
    <dgm:pt modelId="{4A614973-789A-40BE-ACBE-63B2B4D2A966}" type="pres">
      <dgm:prSet presAssocID="{031D413E-5553-460D-93A8-AE5A254939CE}" presName="connectorText" presStyleLbl="sibTrans1D1" presStyleIdx="0" presStyleCnt="7"/>
      <dgm:spPr/>
    </dgm:pt>
    <dgm:pt modelId="{1033185A-1F79-4B82-9879-289112FC649B}" type="pres">
      <dgm:prSet presAssocID="{F8E796F3-E999-442D-82DC-DF222D46531B}" presName="node" presStyleLbl="node1" presStyleIdx="1" presStyleCnt="8">
        <dgm:presLayoutVars>
          <dgm:bulletEnabled val="1"/>
        </dgm:presLayoutVars>
      </dgm:prSet>
      <dgm:spPr/>
    </dgm:pt>
    <dgm:pt modelId="{13459B4C-C37E-4A74-A90B-A758BC1AC3F7}" type="pres">
      <dgm:prSet presAssocID="{24C50E13-DB8A-4B21-B49A-8EA2FB18C9F1}" presName="sibTrans" presStyleLbl="sibTrans1D1" presStyleIdx="1" presStyleCnt="7"/>
      <dgm:spPr/>
    </dgm:pt>
    <dgm:pt modelId="{221969BE-45E3-4052-B642-8559D482B5F8}" type="pres">
      <dgm:prSet presAssocID="{24C50E13-DB8A-4B21-B49A-8EA2FB18C9F1}" presName="connectorText" presStyleLbl="sibTrans1D1" presStyleIdx="1" presStyleCnt="7"/>
      <dgm:spPr/>
    </dgm:pt>
    <dgm:pt modelId="{21121992-6AAF-4284-863B-798A61F56231}" type="pres">
      <dgm:prSet presAssocID="{4299721E-19F5-4434-84DE-9F9D8ACCAD7C}" presName="node" presStyleLbl="node1" presStyleIdx="2" presStyleCnt="8">
        <dgm:presLayoutVars>
          <dgm:bulletEnabled val="1"/>
        </dgm:presLayoutVars>
      </dgm:prSet>
      <dgm:spPr/>
    </dgm:pt>
    <dgm:pt modelId="{99B96629-B4D3-4F1A-AE1B-398A0655B6B1}" type="pres">
      <dgm:prSet presAssocID="{F0113363-14A4-4F52-B06B-8E983FC10C81}" presName="sibTrans" presStyleLbl="sibTrans1D1" presStyleIdx="2" presStyleCnt="7"/>
      <dgm:spPr/>
    </dgm:pt>
    <dgm:pt modelId="{B58B08C1-18AB-4190-A42C-A77334981B70}" type="pres">
      <dgm:prSet presAssocID="{F0113363-14A4-4F52-B06B-8E983FC10C81}" presName="connectorText" presStyleLbl="sibTrans1D1" presStyleIdx="2" presStyleCnt="7"/>
      <dgm:spPr/>
    </dgm:pt>
    <dgm:pt modelId="{CFBCB1AB-8930-488F-8842-CE4358D09FC8}" type="pres">
      <dgm:prSet presAssocID="{2E6D9A7E-0ACC-40D7-8533-3E3601231351}" presName="node" presStyleLbl="node1" presStyleIdx="3" presStyleCnt="8">
        <dgm:presLayoutVars>
          <dgm:bulletEnabled val="1"/>
        </dgm:presLayoutVars>
      </dgm:prSet>
      <dgm:spPr/>
    </dgm:pt>
    <dgm:pt modelId="{E84A2DC2-53AA-4791-9D96-073B6B996C15}" type="pres">
      <dgm:prSet presAssocID="{28BA7E24-B17D-477C-BB7D-8EDC51429EF2}" presName="sibTrans" presStyleLbl="sibTrans1D1" presStyleIdx="3" presStyleCnt="7"/>
      <dgm:spPr/>
    </dgm:pt>
    <dgm:pt modelId="{9A714D38-E620-4309-9258-652D49296650}" type="pres">
      <dgm:prSet presAssocID="{28BA7E24-B17D-477C-BB7D-8EDC51429EF2}" presName="connectorText" presStyleLbl="sibTrans1D1" presStyleIdx="3" presStyleCnt="7"/>
      <dgm:spPr/>
    </dgm:pt>
    <dgm:pt modelId="{7ADC4F77-D8EF-428F-ADF5-DD190A007A47}" type="pres">
      <dgm:prSet presAssocID="{95756862-B2A5-494B-A2F6-DBDE31E4ECF6}" presName="node" presStyleLbl="node1" presStyleIdx="4" presStyleCnt="8">
        <dgm:presLayoutVars>
          <dgm:bulletEnabled val="1"/>
        </dgm:presLayoutVars>
      </dgm:prSet>
      <dgm:spPr/>
    </dgm:pt>
    <dgm:pt modelId="{855C4AC5-8308-4364-886F-A75562AFD290}" type="pres">
      <dgm:prSet presAssocID="{F3943576-A354-4C40-A397-014425FF9209}" presName="sibTrans" presStyleLbl="sibTrans1D1" presStyleIdx="4" presStyleCnt="7"/>
      <dgm:spPr/>
    </dgm:pt>
    <dgm:pt modelId="{2A5E5126-B5CC-44D9-B3F4-A2039921000D}" type="pres">
      <dgm:prSet presAssocID="{F3943576-A354-4C40-A397-014425FF9209}" presName="connectorText" presStyleLbl="sibTrans1D1" presStyleIdx="4" presStyleCnt="7"/>
      <dgm:spPr/>
    </dgm:pt>
    <dgm:pt modelId="{552734D9-DD2B-4315-97A0-8557EC45F6C3}" type="pres">
      <dgm:prSet presAssocID="{2FB19A5B-CC1D-49F3-854C-CFA3B65FDC26}" presName="node" presStyleLbl="node1" presStyleIdx="5" presStyleCnt="8">
        <dgm:presLayoutVars>
          <dgm:bulletEnabled val="1"/>
        </dgm:presLayoutVars>
      </dgm:prSet>
      <dgm:spPr/>
    </dgm:pt>
    <dgm:pt modelId="{B96B6B8E-1CED-406C-B53C-E244B86E0F78}" type="pres">
      <dgm:prSet presAssocID="{FF7884F4-8D98-4AAD-BC60-2D7FE182D497}" presName="sibTrans" presStyleLbl="sibTrans1D1" presStyleIdx="5" presStyleCnt="7"/>
      <dgm:spPr/>
    </dgm:pt>
    <dgm:pt modelId="{D2512866-BB06-40DD-AB04-FEF7509BC10A}" type="pres">
      <dgm:prSet presAssocID="{FF7884F4-8D98-4AAD-BC60-2D7FE182D497}" presName="connectorText" presStyleLbl="sibTrans1D1" presStyleIdx="5" presStyleCnt="7"/>
      <dgm:spPr/>
    </dgm:pt>
    <dgm:pt modelId="{2718C815-4775-4921-B2FC-06287A72814D}" type="pres">
      <dgm:prSet presAssocID="{D3F25985-1896-4B18-8E1F-116B611929D5}" presName="node" presStyleLbl="node1" presStyleIdx="6" presStyleCnt="8">
        <dgm:presLayoutVars>
          <dgm:bulletEnabled val="1"/>
        </dgm:presLayoutVars>
      </dgm:prSet>
      <dgm:spPr/>
    </dgm:pt>
    <dgm:pt modelId="{D277DED4-99C1-4E50-B3CB-B523803B7620}" type="pres">
      <dgm:prSet presAssocID="{BB7686F1-5AC7-4186-8F0D-A7EACAE915FF}" presName="sibTrans" presStyleLbl="sibTrans1D1" presStyleIdx="6" presStyleCnt="7"/>
      <dgm:spPr/>
    </dgm:pt>
    <dgm:pt modelId="{929D2FA2-CAE9-44A4-8430-27982E6F309F}" type="pres">
      <dgm:prSet presAssocID="{BB7686F1-5AC7-4186-8F0D-A7EACAE915FF}" presName="connectorText" presStyleLbl="sibTrans1D1" presStyleIdx="6" presStyleCnt="7"/>
      <dgm:spPr/>
    </dgm:pt>
    <dgm:pt modelId="{1CADA940-E752-471F-854B-83218709F103}" type="pres">
      <dgm:prSet presAssocID="{D0BED5EE-997A-47B4-95E7-DE0E4645419B}" presName="node" presStyleLbl="node1" presStyleIdx="7" presStyleCnt="8">
        <dgm:presLayoutVars>
          <dgm:bulletEnabled val="1"/>
        </dgm:presLayoutVars>
      </dgm:prSet>
      <dgm:spPr/>
    </dgm:pt>
  </dgm:ptLst>
  <dgm:cxnLst>
    <dgm:cxn modelId="{49E3A005-D0E4-40F1-ACA9-27E62EE97428}" type="presOf" srcId="{031D413E-5553-460D-93A8-AE5A254939CE}" destId="{6CF1AA60-C576-4D4C-B7C5-26E3C3E0B54F}" srcOrd="0" destOrd="0" presId="urn:microsoft.com/office/officeart/2016/7/layout/RepeatingBendingProcessNew"/>
    <dgm:cxn modelId="{DF866F0E-296B-4E9B-9FFF-8293975FA32E}" type="presOf" srcId="{BB7686F1-5AC7-4186-8F0D-A7EACAE915FF}" destId="{929D2FA2-CAE9-44A4-8430-27982E6F309F}" srcOrd="1" destOrd="0" presId="urn:microsoft.com/office/officeart/2016/7/layout/RepeatingBendingProcessNew"/>
    <dgm:cxn modelId="{452D5A0E-95D7-45C3-8B33-67D833685573}" type="presOf" srcId="{2FB19A5B-CC1D-49F3-854C-CFA3B65FDC26}" destId="{552734D9-DD2B-4315-97A0-8557EC45F6C3}" srcOrd="0" destOrd="0" presId="urn:microsoft.com/office/officeart/2016/7/layout/RepeatingBendingProcessNew"/>
    <dgm:cxn modelId="{C5530011-AE5A-4F09-8305-958CCF033ADC}" type="presOf" srcId="{F3943576-A354-4C40-A397-014425FF9209}" destId="{855C4AC5-8308-4364-886F-A75562AFD290}" srcOrd="0" destOrd="0" presId="urn:microsoft.com/office/officeart/2016/7/layout/RepeatingBendingProcessNew"/>
    <dgm:cxn modelId="{F6585F23-7318-49F7-83A9-69AF3020F1FD}" srcId="{17C64778-46F4-407C-B3E0-6C7CF8210B80}" destId="{2E6D9A7E-0ACC-40D7-8533-3E3601231351}" srcOrd="3" destOrd="0" parTransId="{D13265F6-4A90-4172-9900-6F7316964672}" sibTransId="{28BA7E24-B17D-477C-BB7D-8EDC51429EF2}"/>
    <dgm:cxn modelId="{C708C12B-1513-4FE3-A65B-C8EDDA76408C}" type="presOf" srcId="{FF7884F4-8D98-4AAD-BC60-2D7FE182D497}" destId="{D2512866-BB06-40DD-AB04-FEF7509BC10A}" srcOrd="1" destOrd="0" presId="urn:microsoft.com/office/officeart/2016/7/layout/RepeatingBendingProcessNew"/>
    <dgm:cxn modelId="{350CDF32-887C-4882-9283-7709360DCF61}" type="presOf" srcId="{4299721E-19F5-4434-84DE-9F9D8ACCAD7C}" destId="{21121992-6AAF-4284-863B-798A61F56231}" srcOrd="0" destOrd="0" presId="urn:microsoft.com/office/officeart/2016/7/layout/RepeatingBendingProcessNew"/>
    <dgm:cxn modelId="{BE256036-C56F-4E21-9149-59B0DAF5318B}" type="presOf" srcId="{24C50E13-DB8A-4B21-B49A-8EA2FB18C9F1}" destId="{13459B4C-C37E-4A74-A90B-A758BC1AC3F7}" srcOrd="0" destOrd="0" presId="urn:microsoft.com/office/officeart/2016/7/layout/RepeatingBendingProcessNew"/>
    <dgm:cxn modelId="{FD097437-E25D-4377-9C9A-A3CE2E080762}" type="presOf" srcId="{F5F6A9EF-36D7-4728-B9FC-B4AC810497E5}" destId="{902F7BDA-3BF2-4757-939F-70F6EB95C6CD}" srcOrd="0" destOrd="0" presId="urn:microsoft.com/office/officeart/2016/7/layout/RepeatingBendingProcessNew"/>
    <dgm:cxn modelId="{90E61D38-F0E5-47F6-BD24-C3564E767719}" type="presOf" srcId="{24C50E13-DB8A-4B21-B49A-8EA2FB18C9F1}" destId="{221969BE-45E3-4052-B642-8559D482B5F8}" srcOrd="1" destOrd="0" presId="urn:microsoft.com/office/officeart/2016/7/layout/RepeatingBendingProcessNew"/>
    <dgm:cxn modelId="{992F0641-C172-46A0-8516-9082164832EA}" type="presOf" srcId="{F8E796F3-E999-442D-82DC-DF222D46531B}" destId="{1033185A-1F79-4B82-9879-289112FC649B}" srcOrd="0" destOrd="0" presId="urn:microsoft.com/office/officeart/2016/7/layout/RepeatingBendingProcessNew"/>
    <dgm:cxn modelId="{6AD96862-E4C9-4DB1-BA72-04969A87F36A}" type="presOf" srcId="{D0BED5EE-997A-47B4-95E7-DE0E4645419B}" destId="{1CADA940-E752-471F-854B-83218709F103}" srcOrd="0" destOrd="0" presId="urn:microsoft.com/office/officeart/2016/7/layout/RepeatingBendingProcessNew"/>
    <dgm:cxn modelId="{A2B89669-201D-4A59-BE35-03F5B3C7745A}" srcId="{17C64778-46F4-407C-B3E0-6C7CF8210B80}" destId="{2FB19A5B-CC1D-49F3-854C-CFA3B65FDC26}" srcOrd="5" destOrd="0" parTransId="{72CA340B-048D-4528-A23D-0142DAFDF498}" sibTransId="{FF7884F4-8D98-4AAD-BC60-2D7FE182D497}"/>
    <dgm:cxn modelId="{3AD9986C-47A4-4753-82B4-DE19AFE85F99}" type="presOf" srcId="{95756862-B2A5-494B-A2F6-DBDE31E4ECF6}" destId="{7ADC4F77-D8EF-428F-ADF5-DD190A007A47}" srcOrd="0" destOrd="0" presId="urn:microsoft.com/office/officeart/2016/7/layout/RepeatingBendingProcessNew"/>
    <dgm:cxn modelId="{CC2CD970-ADE0-4EBD-9A02-6C45D3A9853A}" type="presOf" srcId="{17C64778-46F4-407C-B3E0-6C7CF8210B80}" destId="{4258EE38-A778-4028-8DF5-67CB5D334737}" srcOrd="0" destOrd="0" presId="urn:microsoft.com/office/officeart/2016/7/layout/RepeatingBendingProcessNew"/>
    <dgm:cxn modelId="{C7922D51-83D3-4FBB-B62A-85ADA930C8CA}" srcId="{17C64778-46F4-407C-B3E0-6C7CF8210B80}" destId="{95756862-B2A5-494B-A2F6-DBDE31E4ECF6}" srcOrd="4" destOrd="0" parTransId="{5F458E63-B3EF-4820-9424-F94C07FBD797}" sibTransId="{F3943576-A354-4C40-A397-014425FF9209}"/>
    <dgm:cxn modelId="{FA0F5871-EDE1-4370-ADD9-0FC2A86E47E7}" type="presOf" srcId="{28BA7E24-B17D-477C-BB7D-8EDC51429EF2}" destId="{9A714D38-E620-4309-9258-652D49296650}" srcOrd="1" destOrd="0" presId="urn:microsoft.com/office/officeart/2016/7/layout/RepeatingBendingProcessNew"/>
    <dgm:cxn modelId="{87843B7A-11CC-47FC-9030-3E9F26C632EC}" type="presOf" srcId="{031D413E-5553-460D-93A8-AE5A254939CE}" destId="{4A614973-789A-40BE-ACBE-63B2B4D2A966}" srcOrd="1" destOrd="0" presId="urn:microsoft.com/office/officeart/2016/7/layout/RepeatingBendingProcessNew"/>
    <dgm:cxn modelId="{F67A0B7D-C574-4C70-8A04-3BED339E0E23}" type="presOf" srcId="{28BA7E24-B17D-477C-BB7D-8EDC51429EF2}" destId="{E84A2DC2-53AA-4791-9D96-073B6B996C15}" srcOrd="0" destOrd="0" presId="urn:microsoft.com/office/officeart/2016/7/layout/RepeatingBendingProcessNew"/>
    <dgm:cxn modelId="{4B5DDD82-7AA3-4EA4-964D-DE357D1DE42C}" srcId="{17C64778-46F4-407C-B3E0-6C7CF8210B80}" destId="{F5F6A9EF-36D7-4728-B9FC-B4AC810497E5}" srcOrd="0" destOrd="0" parTransId="{3FC26EA8-1CEE-4960-B099-2DB6AEBB3B89}" sibTransId="{031D413E-5553-460D-93A8-AE5A254939CE}"/>
    <dgm:cxn modelId="{92FE3983-F645-4DEC-B0A4-FF8D7DBC0BA3}" type="presOf" srcId="{BB7686F1-5AC7-4186-8F0D-A7EACAE915FF}" destId="{D277DED4-99C1-4E50-B3CB-B523803B7620}" srcOrd="0" destOrd="0" presId="urn:microsoft.com/office/officeart/2016/7/layout/RepeatingBendingProcessNew"/>
    <dgm:cxn modelId="{DA181D88-F81D-47DB-A8A7-8E99D80BA470}" type="presOf" srcId="{2E6D9A7E-0ACC-40D7-8533-3E3601231351}" destId="{CFBCB1AB-8930-488F-8842-CE4358D09FC8}" srcOrd="0" destOrd="0" presId="urn:microsoft.com/office/officeart/2016/7/layout/RepeatingBendingProcessNew"/>
    <dgm:cxn modelId="{B095F094-AAEB-49C9-BD4D-2F84B2B26FD3}" srcId="{17C64778-46F4-407C-B3E0-6C7CF8210B80}" destId="{D0BED5EE-997A-47B4-95E7-DE0E4645419B}" srcOrd="7" destOrd="0" parTransId="{67541FB6-E267-4187-A47E-DE9C44D9F862}" sibTransId="{0C0B73F0-1D04-48DE-8270-A7F07EF54904}"/>
    <dgm:cxn modelId="{2EE875AD-AB29-4755-A8A7-BD66CF35C093}" srcId="{17C64778-46F4-407C-B3E0-6C7CF8210B80}" destId="{F8E796F3-E999-442D-82DC-DF222D46531B}" srcOrd="1" destOrd="0" parTransId="{3E6F58C4-5E2C-46CC-BD1E-9E5FB368FF1A}" sibTransId="{24C50E13-DB8A-4B21-B49A-8EA2FB18C9F1}"/>
    <dgm:cxn modelId="{546ADBAD-40D7-4230-A38D-E59BBA3350AF}" type="presOf" srcId="{F0113363-14A4-4F52-B06B-8E983FC10C81}" destId="{99B96629-B4D3-4F1A-AE1B-398A0655B6B1}" srcOrd="0" destOrd="0" presId="urn:microsoft.com/office/officeart/2016/7/layout/RepeatingBendingProcessNew"/>
    <dgm:cxn modelId="{4BB5A3B1-B289-48D9-89AB-45B01CF5698A}" type="presOf" srcId="{FF7884F4-8D98-4AAD-BC60-2D7FE182D497}" destId="{B96B6B8E-1CED-406C-B53C-E244B86E0F78}" srcOrd="0" destOrd="0" presId="urn:microsoft.com/office/officeart/2016/7/layout/RepeatingBendingProcessNew"/>
    <dgm:cxn modelId="{5950DEB3-16A7-4F09-9B11-4897B161FDD9}" srcId="{17C64778-46F4-407C-B3E0-6C7CF8210B80}" destId="{4299721E-19F5-4434-84DE-9F9D8ACCAD7C}" srcOrd="2" destOrd="0" parTransId="{22260A6C-A3C8-4587-B297-5FFA49B4C29F}" sibTransId="{F0113363-14A4-4F52-B06B-8E983FC10C81}"/>
    <dgm:cxn modelId="{0FF7BACE-F714-4CF3-9FEF-7EE6E1BF243D}" type="presOf" srcId="{F0113363-14A4-4F52-B06B-8E983FC10C81}" destId="{B58B08C1-18AB-4190-A42C-A77334981B70}" srcOrd="1" destOrd="0" presId="urn:microsoft.com/office/officeart/2016/7/layout/RepeatingBendingProcessNew"/>
    <dgm:cxn modelId="{00BE1CE4-D020-4F66-AC20-2C1AFFF4F69B}" type="presOf" srcId="{D3F25985-1896-4B18-8E1F-116B611929D5}" destId="{2718C815-4775-4921-B2FC-06287A72814D}" srcOrd="0" destOrd="0" presId="urn:microsoft.com/office/officeart/2016/7/layout/RepeatingBendingProcessNew"/>
    <dgm:cxn modelId="{AEED6CED-1444-465D-AAB7-8C57E0CBF094}" srcId="{17C64778-46F4-407C-B3E0-6C7CF8210B80}" destId="{D3F25985-1896-4B18-8E1F-116B611929D5}" srcOrd="6" destOrd="0" parTransId="{1194F937-3BCF-493B-8970-14336B82D9BE}" sibTransId="{BB7686F1-5AC7-4186-8F0D-A7EACAE915FF}"/>
    <dgm:cxn modelId="{5101CDF1-E52D-402A-9B3C-162A191032C2}" type="presOf" srcId="{F3943576-A354-4C40-A397-014425FF9209}" destId="{2A5E5126-B5CC-44D9-B3F4-A2039921000D}" srcOrd="1" destOrd="0" presId="urn:microsoft.com/office/officeart/2016/7/layout/RepeatingBendingProcessNew"/>
    <dgm:cxn modelId="{C0853BA8-970F-4F25-A256-7D3A14E2B92F}" type="presParOf" srcId="{4258EE38-A778-4028-8DF5-67CB5D334737}" destId="{902F7BDA-3BF2-4757-939F-70F6EB95C6CD}" srcOrd="0" destOrd="0" presId="urn:microsoft.com/office/officeart/2016/7/layout/RepeatingBendingProcessNew"/>
    <dgm:cxn modelId="{4B3689F9-3435-4B4D-8B05-D572755A6D5F}" type="presParOf" srcId="{4258EE38-A778-4028-8DF5-67CB5D334737}" destId="{6CF1AA60-C576-4D4C-B7C5-26E3C3E0B54F}" srcOrd="1" destOrd="0" presId="urn:microsoft.com/office/officeart/2016/7/layout/RepeatingBendingProcessNew"/>
    <dgm:cxn modelId="{5D5012AD-852A-4507-A7DA-E0E2742F2C91}" type="presParOf" srcId="{6CF1AA60-C576-4D4C-B7C5-26E3C3E0B54F}" destId="{4A614973-789A-40BE-ACBE-63B2B4D2A966}" srcOrd="0" destOrd="0" presId="urn:microsoft.com/office/officeart/2016/7/layout/RepeatingBendingProcessNew"/>
    <dgm:cxn modelId="{5B385E02-AB03-47BD-B3D4-FDC88E890A5B}" type="presParOf" srcId="{4258EE38-A778-4028-8DF5-67CB5D334737}" destId="{1033185A-1F79-4B82-9879-289112FC649B}" srcOrd="2" destOrd="0" presId="urn:microsoft.com/office/officeart/2016/7/layout/RepeatingBendingProcessNew"/>
    <dgm:cxn modelId="{DD3ADE68-EE09-4D64-9159-AAE7B50D72D5}" type="presParOf" srcId="{4258EE38-A778-4028-8DF5-67CB5D334737}" destId="{13459B4C-C37E-4A74-A90B-A758BC1AC3F7}" srcOrd="3" destOrd="0" presId="urn:microsoft.com/office/officeart/2016/7/layout/RepeatingBendingProcessNew"/>
    <dgm:cxn modelId="{D6DEE493-21D2-4177-9F40-244DB1658439}" type="presParOf" srcId="{13459B4C-C37E-4A74-A90B-A758BC1AC3F7}" destId="{221969BE-45E3-4052-B642-8559D482B5F8}" srcOrd="0" destOrd="0" presId="urn:microsoft.com/office/officeart/2016/7/layout/RepeatingBendingProcessNew"/>
    <dgm:cxn modelId="{CD93D8C3-C55F-44F4-9CEC-A67A77BEF38A}" type="presParOf" srcId="{4258EE38-A778-4028-8DF5-67CB5D334737}" destId="{21121992-6AAF-4284-863B-798A61F56231}" srcOrd="4" destOrd="0" presId="urn:microsoft.com/office/officeart/2016/7/layout/RepeatingBendingProcessNew"/>
    <dgm:cxn modelId="{DC656E40-72F0-412D-ACA2-E347D6DF56A8}" type="presParOf" srcId="{4258EE38-A778-4028-8DF5-67CB5D334737}" destId="{99B96629-B4D3-4F1A-AE1B-398A0655B6B1}" srcOrd="5" destOrd="0" presId="urn:microsoft.com/office/officeart/2016/7/layout/RepeatingBendingProcessNew"/>
    <dgm:cxn modelId="{C49BBDA8-9965-43C6-ABBF-6BF288D68617}" type="presParOf" srcId="{99B96629-B4D3-4F1A-AE1B-398A0655B6B1}" destId="{B58B08C1-18AB-4190-A42C-A77334981B70}" srcOrd="0" destOrd="0" presId="urn:microsoft.com/office/officeart/2016/7/layout/RepeatingBendingProcessNew"/>
    <dgm:cxn modelId="{C4A31ED4-A6CA-42E7-A6CB-9B047AB51298}" type="presParOf" srcId="{4258EE38-A778-4028-8DF5-67CB5D334737}" destId="{CFBCB1AB-8930-488F-8842-CE4358D09FC8}" srcOrd="6" destOrd="0" presId="urn:microsoft.com/office/officeart/2016/7/layout/RepeatingBendingProcessNew"/>
    <dgm:cxn modelId="{7B596D96-EE66-4E2B-A339-A606E5D2A4B6}" type="presParOf" srcId="{4258EE38-A778-4028-8DF5-67CB5D334737}" destId="{E84A2DC2-53AA-4791-9D96-073B6B996C15}" srcOrd="7" destOrd="0" presId="urn:microsoft.com/office/officeart/2016/7/layout/RepeatingBendingProcessNew"/>
    <dgm:cxn modelId="{FE5B3E12-167C-4544-8AE2-3073B828EF1E}" type="presParOf" srcId="{E84A2DC2-53AA-4791-9D96-073B6B996C15}" destId="{9A714D38-E620-4309-9258-652D49296650}" srcOrd="0" destOrd="0" presId="urn:microsoft.com/office/officeart/2016/7/layout/RepeatingBendingProcessNew"/>
    <dgm:cxn modelId="{08C78688-FFCE-4E23-BD82-AE407A9B6D99}" type="presParOf" srcId="{4258EE38-A778-4028-8DF5-67CB5D334737}" destId="{7ADC4F77-D8EF-428F-ADF5-DD190A007A47}" srcOrd="8" destOrd="0" presId="urn:microsoft.com/office/officeart/2016/7/layout/RepeatingBendingProcessNew"/>
    <dgm:cxn modelId="{7CB9C6B5-1D8F-43CE-B8D8-F8BDB6B7BED9}" type="presParOf" srcId="{4258EE38-A778-4028-8DF5-67CB5D334737}" destId="{855C4AC5-8308-4364-886F-A75562AFD290}" srcOrd="9" destOrd="0" presId="urn:microsoft.com/office/officeart/2016/7/layout/RepeatingBendingProcessNew"/>
    <dgm:cxn modelId="{C36541AE-AA25-4FA8-A2F3-180328302398}" type="presParOf" srcId="{855C4AC5-8308-4364-886F-A75562AFD290}" destId="{2A5E5126-B5CC-44D9-B3F4-A2039921000D}" srcOrd="0" destOrd="0" presId="urn:microsoft.com/office/officeart/2016/7/layout/RepeatingBendingProcessNew"/>
    <dgm:cxn modelId="{8C9C60DF-430A-432A-B1F1-FB5AEEF384EC}" type="presParOf" srcId="{4258EE38-A778-4028-8DF5-67CB5D334737}" destId="{552734D9-DD2B-4315-97A0-8557EC45F6C3}" srcOrd="10" destOrd="0" presId="urn:microsoft.com/office/officeart/2016/7/layout/RepeatingBendingProcessNew"/>
    <dgm:cxn modelId="{A6D7EF82-5859-4010-A37D-7F60989A826C}" type="presParOf" srcId="{4258EE38-A778-4028-8DF5-67CB5D334737}" destId="{B96B6B8E-1CED-406C-B53C-E244B86E0F78}" srcOrd="11" destOrd="0" presId="urn:microsoft.com/office/officeart/2016/7/layout/RepeatingBendingProcessNew"/>
    <dgm:cxn modelId="{E9703A70-8F77-40EE-BE3F-6C107CE77E5C}" type="presParOf" srcId="{B96B6B8E-1CED-406C-B53C-E244B86E0F78}" destId="{D2512866-BB06-40DD-AB04-FEF7509BC10A}" srcOrd="0" destOrd="0" presId="urn:microsoft.com/office/officeart/2016/7/layout/RepeatingBendingProcessNew"/>
    <dgm:cxn modelId="{896B31C4-169B-477A-AFAD-D9D8872BFEE5}" type="presParOf" srcId="{4258EE38-A778-4028-8DF5-67CB5D334737}" destId="{2718C815-4775-4921-B2FC-06287A72814D}" srcOrd="12" destOrd="0" presId="urn:microsoft.com/office/officeart/2016/7/layout/RepeatingBendingProcessNew"/>
    <dgm:cxn modelId="{797FD65D-BF17-4FFE-B411-240E1E77273E}" type="presParOf" srcId="{4258EE38-A778-4028-8DF5-67CB5D334737}" destId="{D277DED4-99C1-4E50-B3CB-B523803B7620}" srcOrd="13" destOrd="0" presId="urn:microsoft.com/office/officeart/2016/7/layout/RepeatingBendingProcessNew"/>
    <dgm:cxn modelId="{BE92A8D6-B5AF-4CB3-A45C-884E2922E7A4}" type="presParOf" srcId="{D277DED4-99C1-4E50-B3CB-B523803B7620}" destId="{929D2FA2-CAE9-44A4-8430-27982E6F309F}" srcOrd="0" destOrd="0" presId="urn:microsoft.com/office/officeart/2016/7/layout/RepeatingBendingProcessNew"/>
    <dgm:cxn modelId="{4C62A4B6-E1BE-40D0-9734-15015E15923A}" type="presParOf" srcId="{4258EE38-A778-4028-8DF5-67CB5D334737}" destId="{1CADA940-E752-471F-854B-83218709F103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DA1055A-23FC-4997-9524-3D7C39C1E07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6ADFB799-FD88-4606-99A0-CEE1317BEB75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This project shows how Python can manage real-world data.</a:t>
          </a:r>
        </a:p>
      </dgm:t>
    </dgm:pt>
    <dgm:pt modelId="{55477E16-45DF-4307-AE70-4E969384A21D}" type="parTrans" cxnId="{FF8F22E9-1999-41F1-B073-17CE962C5717}">
      <dgm:prSet/>
      <dgm:spPr/>
      <dgm:t>
        <a:bodyPr/>
        <a:lstStyle/>
        <a:p>
          <a:endParaRPr lang="en-US"/>
        </a:p>
      </dgm:t>
    </dgm:pt>
    <dgm:pt modelId="{B0D51CAF-99D5-4199-A423-409DE2D08AF6}" type="sibTrans" cxnId="{FF8F22E9-1999-41F1-B073-17CE962C5717}">
      <dgm:prSet/>
      <dgm:spPr/>
      <dgm:t>
        <a:bodyPr/>
        <a:lstStyle/>
        <a:p>
          <a:endParaRPr lang="en-US"/>
        </a:p>
      </dgm:t>
    </dgm:pt>
    <dgm:pt modelId="{D21239DF-B34E-40BF-95AD-25831B76B985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It uses OOP, File Handling, and Algorithms together.</a:t>
          </a:r>
        </a:p>
      </dgm:t>
    </dgm:pt>
    <dgm:pt modelId="{8205BC24-9FBE-4336-BAD8-AEC70A9C2C98}" type="parTrans" cxnId="{1003DDEF-C77E-407F-8E07-CB6A317C11EC}">
      <dgm:prSet/>
      <dgm:spPr/>
      <dgm:t>
        <a:bodyPr/>
        <a:lstStyle/>
        <a:p>
          <a:endParaRPr lang="en-US"/>
        </a:p>
      </dgm:t>
    </dgm:pt>
    <dgm:pt modelId="{20BA90D2-83B1-4E6A-981C-667BF7E25589}" type="sibTrans" cxnId="{1003DDEF-C77E-407F-8E07-CB6A317C11EC}">
      <dgm:prSet/>
      <dgm:spPr/>
      <dgm:t>
        <a:bodyPr/>
        <a:lstStyle/>
        <a:p>
          <a:endParaRPr lang="en-US"/>
        </a:p>
      </dgm:t>
    </dgm:pt>
    <dgm:pt modelId="{CF3A91B7-3733-42AB-8983-9C6DA6FE0004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It is a simple but useful system for sports centers.</a:t>
          </a:r>
        </a:p>
      </dgm:t>
    </dgm:pt>
    <dgm:pt modelId="{C4DCFF0F-FC6F-48BC-94B1-CC274892CDBA}" type="parTrans" cxnId="{5AC78C95-62E0-4417-8C53-D984D35AB23A}">
      <dgm:prSet/>
      <dgm:spPr/>
      <dgm:t>
        <a:bodyPr/>
        <a:lstStyle/>
        <a:p>
          <a:endParaRPr lang="en-US"/>
        </a:p>
      </dgm:t>
    </dgm:pt>
    <dgm:pt modelId="{41FDFAF7-5758-4685-89D7-62443F1A3246}" type="sibTrans" cxnId="{5AC78C95-62E0-4417-8C53-D984D35AB23A}">
      <dgm:prSet/>
      <dgm:spPr/>
      <dgm:t>
        <a:bodyPr/>
        <a:lstStyle/>
        <a:p>
          <a:endParaRPr lang="en-US"/>
        </a:p>
      </dgm:t>
    </dgm:pt>
    <dgm:pt modelId="{9950D10B-D913-4C77-96CF-334227D58F63}" type="pres">
      <dgm:prSet presAssocID="{7DA1055A-23FC-4997-9524-3D7C39C1E070}" presName="root" presStyleCnt="0">
        <dgm:presLayoutVars>
          <dgm:dir/>
          <dgm:resizeHandles val="exact"/>
        </dgm:presLayoutVars>
      </dgm:prSet>
      <dgm:spPr/>
    </dgm:pt>
    <dgm:pt modelId="{B943DEBA-7A83-4CD3-BF2E-EF0891F70843}" type="pres">
      <dgm:prSet presAssocID="{6ADFB799-FD88-4606-99A0-CEE1317BEB75}" presName="compNode" presStyleCnt="0"/>
      <dgm:spPr/>
    </dgm:pt>
    <dgm:pt modelId="{AFAA0323-4B2C-4BD5-A450-954301F819BD}" type="pres">
      <dgm:prSet presAssocID="{6ADFB799-FD88-4606-99A0-CEE1317BEB75}" presName="bgRect" presStyleLbl="bgShp" presStyleIdx="0" presStyleCnt="3"/>
      <dgm:spPr/>
    </dgm:pt>
    <dgm:pt modelId="{6353593E-8747-4246-8698-DF57F814A933}" type="pres">
      <dgm:prSet presAssocID="{6ADFB799-FD88-4606-99A0-CEE1317BEB7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FC3AF2D-B40B-4772-B292-1553B74685CF}" type="pres">
      <dgm:prSet presAssocID="{6ADFB799-FD88-4606-99A0-CEE1317BEB75}" presName="spaceRect" presStyleCnt="0"/>
      <dgm:spPr/>
    </dgm:pt>
    <dgm:pt modelId="{145D456F-1005-4904-9A2B-F90D19B75724}" type="pres">
      <dgm:prSet presAssocID="{6ADFB799-FD88-4606-99A0-CEE1317BEB75}" presName="parTx" presStyleLbl="revTx" presStyleIdx="0" presStyleCnt="3">
        <dgm:presLayoutVars>
          <dgm:chMax val="0"/>
          <dgm:chPref val="0"/>
        </dgm:presLayoutVars>
      </dgm:prSet>
      <dgm:spPr/>
    </dgm:pt>
    <dgm:pt modelId="{CE51FD69-3D77-4243-BF33-8372E5D8BDB5}" type="pres">
      <dgm:prSet presAssocID="{B0D51CAF-99D5-4199-A423-409DE2D08AF6}" presName="sibTrans" presStyleCnt="0"/>
      <dgm:spPr/>
    </dgm:pt>
    <dgm:pt modelId="{721922D9-BF88-4E50-976C-DC673A7FAE23}" type="pres">
      <dgm:prSet presAssocID="{D21239DF-B34E-40BF-95AD-25831B76B985}" presName="compNode" presStyleCnt="0"/>
      <dgm:spPr/>
    </dgm:pt>
    <dgm:pt modelId="{FE88C33C-EB34-4C8D-AC6F-44B823C0E0A2}" type="pres">
      <dgm:prSet presAssocID="{D21239DF-B34E-40BF-95AD-25831B76B985}" presName="bgRect" presStyleLbl="bgShp" presStyleIdx="1" presStyleCnt="3"/>
      <dgm:spPr/>
    </dgm:pt>
    <dgm:pt modelId="{20F3261E-88CA-44B5-91DE-F707532E5FB1}" type="pres">
      <dgm:prSet presAssocID="{D21239DF-B34E-40BF-95AD-25831B76B98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D7CDBFE-864A-4425-9A27-7E2220BFEFA7}" type="pres">
      <dgm:prSet presAssocID="{D21239DF-B34E-40BF-95AD-25831B76B985}" presName="spaceRect" presStyleCnt="0"/>
      <dgm:spPr/>
    </dgm:pt>
    <dgm:pt modelId="{672B508A-207C-4F8E-8053-7A66E904E44B}" type="pres">
      <dgm:prSet presAssocID="{D21239DF-B34E-40BF-95AD-25831B76B985}" presName="parTx" presStyleLbl="revTx" presStyleIdx="1" presStyleCnt="3">
        <dgm:presLayoutVars>
          <dgm:chMax val="0"/>
          <dgm:chPref val="0"/>
        </dgm:presLayoutVars>
      </dgm:prSet>
      <dgm:spPr/>
    </dgm:pt>
    <dgm:pt modelId="{8E98991D-DB37-4B03-A75F-09AF0939A3FF}" type="pres">
      <dgm:prSet presAssocID="{20BA90D2-83B1-4E6A-981C-667BF7E25589}" presName="sibTrans" presStyleCnt="0"/>
      <dgm:spPr/>
    </dgm:pt>
    <dgm:pt modelId="{AD60F3DF-B602-4B77-B611-80AAF83819CB}" type="pres">
      <dgm:prSet presAssocID="{CF3A91B7-3733-42AB-8983-9C6DA6FE0004}" presName="compNode" presStyleCnt="0"/>
      <dgm:spPr/>
    </dgm:pt>
    <dgm:pt modelId="{BCF08433-49C3-4618-82D6-07D26B88B2C4}" type="pres">
      <dgm:prSet presAssocID="{CF3A91B7-3733-42AB-8983-9C6DA6FE0004}" presName="bgRect" presStyleLbl="bgShp" presStyleIdx="2" presStyleCnt="3"/>
      <dgm:spPr/>
    </dgm:pt>
    <dgm:pt modelId="{47F7B185-1E6C-4CC3-9CC9-3585D1BCB8B0}" type="pres">
      <dgm:prSet presAssocID="{CF3A91B7-3733-42AB-8983-9C6DA6FE000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ort Balls"/>
        </a:ext>
      </dgm:extLst>
    </dgm:pt>
    <dgm:pt modelId="{7899BDB7-8481-4DB4-A5BB-601162FCC5E2}" type="pres">
      <dgm:prSet presAssocID="{CF3A91B7-3733-42AB-8983-9C6DA6FE0004}" presName="spaceRect" presStyleCnt="0"/>
      <dgm:spPr/>
    </dgm:pt>
    <dgm:pt modelId="{FCF324E1-C34B-40D7-B3ED-98E856EB741E}" type="pres">
      <dgm:prSet presAssocID="{CF3A91B7-3733-42AB-8983-9C6DA6FE000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31BD54D-9885-4529-B968-3B3ADCD76522}" type="presOf" srcId="{7DA1055A-23FC-4997-9524-3D7C39C1E070}" destId="{9950D10B-D913-4C77-96CF-334227D58F63}" srcOrd="0" destOrd="0" presId="urn:microsoft.com/office/officeart/2018/2/layout/IconVerticalSolidList"/>
    <dgm:cxn modelId="{5AC78C95-62E0-4417-8C53-D984D35AB23A}" srcId="{7DA1055A-23FC-4997-9524-3D7C39C1E070}" destId="{CF3A91B7-3733-42AB-8983-9C6DA6FE0004}" srcOrd="2" destOrd="0" parTransId="{C4DCFF0F-FC6F-48BC-94B1-CC274892CDBA}" sibTransId="{41FDFAF7-5758-4685-89D7-62443F1A3246}"/>
    <dgm:cxn modelId="{877E80C1-D734-47A1-9B5D-C845147D98F8}" type="presOf" srcId="{D21239DF-B34E-40BF-95AD-25831B76B985}" destId="{672B508A-207C-4F8E-8053-7A66E904E44B}" srcOrd="0" destOrd="0" presId="urn:microsoft.com/office/officeart/2018/2/layout/IconVerticalSolidList"/>
    <dgm:cxn modelId="{D7CAFCCC-3FE3-4EAB-8842-57B7F0B76F59}" type="presOf" srcId="{6ADFB799-FD88-4606-99A0-CEE1317BEB75}" destId="{145D456F-1005-4904-9A2B-F90D19B75724}" srcOrd="0" destOrd="0" presId="urn:microsoft.com/office/officeart/2018/2/layout/IconVerticalSolidList"/>
    <dgm:cxn modelId="{D51E98D3-E4A0-4F31-8524-297FEB7587E5}" type="presOf" srcId="{CF3A91B7-3733-42AB-8983-9C6DA6FE0004}" destId="{FCF324E1-C34B-40D7-B3ED-98E856EB741E}" srcOrd="0" destOrd="0" presId="urn:microsoft.com/office/officeart/2018/2/layout/IconVerticalSolidList"/>
    <dgm:cxn modelId="{FF8F22E9-1999-41F1-B073-17CE962C5717}" srcId="{7DA1055A-23FC-4997-9524-3D7C39C1E070}" destId="{6ADFB799-FD88-4606-99A0-CEE1317BEB75}" srcOrd="0" destOrd="0" parTransId="{55477E16-45DF-4307-AE70-4E969384A21D}" sibTransId="{B0D51CAF-99D5-4199-A423-409DE2D08AF6}"/>
    <dgm:cxn modelId="{1003DDEF-C77E-407F-8E07-CB6A317C11EC}" srcId="{7DA1055A-23FC-4997-9524-3D7C39C1E070}" destId="{D21239DF-B34E-40BF-95AD-25831B76B985}" srcOrd="1" destOrd="0" parTransId="{8205BC24-9FBE-4336-BAD8-AEC70A9C2C98}" sibTransId="{20BA90D2-83B1-4E6A-981C-667BF7E25589}"/>
    <dgm:cxn modelId="{2078DB39-7E2C-43F4-800A-1FEA1CE0C961}" type="presParOf" srcId="{9950D10B-D913-4C77-96CF-334227D58F63}" destId="{B943DEBA-7A83-4CD3-BF2E-EF0891F70843}" srcOrd="0" destOrd="0" presId="urn:microsoft.com/office/officeart/2018/2/layout/IconVerticalSolidList"/>
    <dgm:cxn modelId="{EF2B95FF-FA3C-4743-B20E-4B308182699B}" type="presParOf" srcId="{B943DEBA-7A83-4CD3-BF2E-EF0891F70843}" destId="{AFAA0323-4B2C-4BD5-A450-954301F819BD}" srcOrd="0" destOrd="0" presId="urn:microsoft.com/office/officeart/2018/2/layout/IconVerticalSolidList"/>
    <dgm:cxn modelId="{17FF16D7-8B8B-4E49-B776-2BC102BE9B17}" type="presParOf" srcId="{B943DEBA-7A83-4CD3-BF2E-EF0891F70843}" destId="{6353593E-8747-4246-8698-DF57F814A933}" srcOrd="1" destOrd="0" presId="urn:microsoft.com/office/officeart/2018/2/layout/IconVerticalSolidList"/>
    <dgm:cxn modelId="{31CFD005-70B2-4938-B7BD-E662AAAFA5C2}" type="presParOf" srcId="{B943DEBA-7A83-4CD3-BF2E-EF0891F70843}" destId="{7FC3AF2D-B40B-4772-B292-1553B74685CF}" srcOrd="2" destOrd="0" presId="urn:microsoft.com/office/officeart/2018/2/layout/IconVerticalSolidList"/>
    <dgm:cxn modelId="{EF2919A2-997C-439C-9AB4-3EE3E0EBD1A1}" type="presParOf" srcId="{B943DEBA-7A83-4CD3-BF2E-EF0891F70843}" destId="{145D456F-1005-4904-9A2B-F90D19B75724}" srcOrd="3" destOrd="0" presId="urn:microsoft.com/office/officeart/2018/2/layout/IconVerticalSolidList"/>
    <dgm:cxn modelId="{AF35C4F4-F9B3-463A-A904-5FEDCC6BE60F}" type="presParOf" srcId="{9950D10B-D913-4C77-96CF-334227D58F63}" destId="{CE51FD69-3D77-4243-BF33-8372E5D8BDB5}" srcOrd="1" destOrd="0" presId="urn:microsoft.com/office/officeart/2018/2/layout/IconVerticalSolidList"/>
    <dgm:cxn modelId="{2E8135B7-92A5-4598-97D8-3E44A75E239C}" type="presParOf" srcId="{9950D10B-D913-4C77-96CF-334227D58F63}" destId="{721922D9-BF88-4E50-976C-DC673A7FAE23}" srcOrd="2" destOrd="0" presId="urn:microsoft.com/office/officeart/2018/2/layout/IconVerticalSolidList"/>
    <dgm:cxn modelId="{83635A5B-60DB-42EB-8C47-BFEB8D9134FD}" type="presParOf" srcId="{721922D9-BF88-4E50-976C-DC673A7FAE23}" destId="{FE88C33C-EB34-4C8D-AC6F-44B823C0E0A2}" srcOrd="0" destOrd="0" presId="urn:microsoft.com/office/officeart/2018/2/layout/IconVerticalSolidList"/>
    <dgm:cxn modelId="{560F18C9-4C3E-445B-BC0D-26171B97501F}" type="presParOf" srcId="{721922D9-BF88-4E50-976C-DC673A7FAE23}" destId="{20F3261E-88CA-44B5-91DE-F707532E5FB1}" srcOrd="1" destOrd="0" presId="urn:microsoft.com/office/officeart/2018/2/layout/IconVerticalSolidList"/>
    <dgm:cxn modelId="{F1B84F58-CCAF-4A59-910D-27D616305EED}" type="presParOf" srcId="{721922D9-BF88-4E50-976C-DC673A7FAE23}" destId="{CD7CDBFE-864A-4425-9A27-7E2220BFEFA7}" srcOrd="2" destOrd="0" presId="urn:microsoft.com/office/officeart/2018/2/layout/IconVerticalSolidList"/>
    <dgm:cxn modelId="{2FDC5222-3B16-421E-B062-FE657E24D094}" type="presParOf" srcId="{721922D9-BF88-4E50-976C-DC673A7FAE23}" destId="{672B508A-207C-4F8E-8053-7A66E904E44B}" srcOrd="3" destOrd="0" presId="urn:microsoft.com/office/officeart/2018/2/layout/IconVerticalSolidList"/>
    <dgm:cxn modelId="{52D9C4E4-39AB-47D5-B02D-B78976A5097A}" type="presParOf" srcId="{9950D10B-D913-4C77-96CF-334227D58F63}" destId="{8E98991D-DB37-4B03-A75F-09AF0939A3FF}" srcOrd="3" destOrd="0" presId="urn:microsoft.com/office/officeart/2018/2/layout/IconVerticalSolidList"/>
    <dgm:cxn modelId="{752AFB32-A7B4-4BFF-80A1-549A84F7B7DC}" type="presParOf" srcId="{9950D10B-D913-4C77-96CF-334227D58F63}" destId="{AD60F3DF-B602-4B77-B611-80AAF83819CB}" srcOrd="4" destOrd="0" presId="urn:microsoft.com/office/officeart/2018/2/layout/IconVerticalSolidList"/>
    <dgm:cxn modelId="{5597240C-FD27-47BB-A733-40D90AE45B93}" type="presParOf" srcId="{AD60F3DF-B602-4B77-B611-80AAF83819CB}" destId="{BCF08433-49C3-4618-82D6-07D26B88B2C4}" srcOrd="0" destOrd="0" presId="urn:microsoft.com/office/officeart/2018/2/layout/IconVerticalSolidList"/>
    <dgm:cxn modelId="{FDCFABED-CF2C-4FD5-B3A5-D6F11E00E52C}" type="presParOf" srcId="{AD60F3DF-B602-4B77-B611-80AAF83819CB}" destId="{47F7B185-1E6C-4CC3-9CC9-3585D1BCB8B0}" srcOrd="1" destOrd="0" presId="urn:microsoft.com/office/officeart/2018/2/layout/IconVerticalSolidList"/>
    <dgm:cxn modelId="{BC64AA3A-3168-4F0C-BFFA-241BDABA4481}" type="presParOf" srcId="{AD60F3DF-B602-4B77-B611-80AAF83819CB}" destId="{7899BDB7-8481-4DB4-A5BB-601162FCC5E2}" srcOrd="2" destOrd="0" presId="urn:microsoft.com/office/officeart/2018/2/layout/IconVerticalSolidList"/>
    <dgm:cxn modelId="{E713B6EF-40BB-457A-871F-14680D4BF056}" type="presParOf" srcId="{AD60F3DF-B602-4B77-B611-80AAF83819CB}" destId="{FCF324E1-C34B-40D7-B3ED-98E856EB74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419FFF-B2BA-4DDA-B0F1-C9105007E4AA}">
      <dsp:nvSpPr>
        <dsp:cNvPr id="0" name=""/>
        <dsp:cNvSpPr/>
      </dsp:nvSpPr>
      <dsp:spPr>
        <a:xfrm>
          <a:off x="2543" y="2254518"/>
          <a:ext cx="1816052" cy="11531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273782-42DB-4021-8EFB-B92533A14544}">
      <dsp:nvSpPr>
        <dsp:cNvPr id="0" name=""/>
        <dsp:cNvSpPr/>
      </dsp:nvSpPr>
      <dsp:spPr>
        <a:xfrm>
          <a:off x="204327" y="2446213"/>
          <a:ext cx="1816052" cy="11531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ZeeShan Saleem 1396</a:t>
          </a:r>
        </a:p>
      </dsp:txBody>
      <dsp:txXfrm>
        <a:off x="238103" y="2479989"/>
        <a:ext cx="1748500" cy="1085641"/>
      </dsp:txXfrm>
    </dsp:sp>
    <dsp:sp modelId="{DC7CEB57-AC3C-4472-9D78-D892DAA37960}">
      <dsp:nvSpPr>
        <dsp:cNvPr id="0" name=""/>
        <dsp:cNvSpPr/>
      </dsp:nvSpPr>
      <dsp:spPr>
        <a:xfrm>
          <a:off x="2222163" y="2254518"/>
          <a:ext cx="1816052" cy="11531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16B506-4F97-47EC-9DCC-49D4B69D95F4}">
      <dsp:nvSpPr>
        <dsp:cNvPr id="0" name=""/>
        <dsp:cNvSpPr/>
      </dsp:nvSpPr>
      <dsp:spPr>
        <a:xfrm>
          <a:off x="2423947" y="2446213"/>
          <a:ext cx="1816052" cy="11531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Karamatullah Payalo  1370</a:t>
          </a:r>
        </a:p>
      </dsp:txBody>
      <dsp:txXfrm>
        <a:off x="2457723" y="2479989"/>
        <a:ext cx="1748500" cy="1085641"/>
      </dsp:txXfrm>
    </dsp:sp>
    <dsp:sp modelId="{65E81C75-9AC9-4CC2-B4D4-8110FC857B4F}">
      <dsp:nvSpPr>
        <dsp:cNvPr id="0" name=""/>
        <dsp:cNvSpPr/>
      </dsp:nvSpPr>
      <dsp:spPr>
        <a:xfrm>
          <a:off x="4441783" y="2254518"/>
          <a:ext cx="1816052" cy="11531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CDC97-4EFE-4644-88A6-32D4EED18451}">
      <dsp:nvSpPr>
        <dsp:cNvPr id="0" name=""/>
        <dsp:cNvSpPr/>
      </dsp:nvSpPr>
      <dsp:spPr>
        <a:xfrm>
          <a:off x="4643566" y="2446213"/>
          <a:ext cx="1816052" cy="11531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Yasir Ahmed 1402</a:t>
          </a:r>
        </a:p>
      </dsp:txBody>
      <dsp:txXfrm>
        <a:off x="4677342" y="2479989"/>
        <a:ext cx="1748500" cy="1085641"/>
      </dsp:txXfrm>
    </dsp:sp>
    <dsp:sp modelId="{75031F86-382B-4357-891A-AB89DB3FC5B4}">
      <dsp:nvSpPr>
        <dsp:cNvPr id="0" name=""/>
        <dsp:cNvSpPr/>
      </dsp:nvSpPr>
      <dsp:spPr>
        <a:xfrm>
          <a:off x="6661403" y="2254518"/>
          <a:ext cx="1816052" cy="11531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5AF5FD-F5B7-4058-8CEA-80313B248CA6}">
      <dsp:nvSpPr>
        <dsp:cNvPr id="0" name=""/>
        <dsp:cNvSpPr/>
      </dsp:nvSpPr>
      <dsp:spPr>
        <a:xfrm>
          <a:off x="6863186" y="2446213"/>
          <a:ext cx="1816052" cy="11531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Muhammad Musa 1363</a:t>
          </a:r>
        </a:p>
      </dsp:txBody>
      <dsp:txXfrm>
        <a:off x="6896962" y="2479989"/>
        <a:ext cx="1748500" cy="10856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0574F-3BDC-495F-8EDF-3998A24E906B}">
      <dsp:nvSpPr>
        <dsp:cNvPr id="0" name=""/>
        <dsp:cNvSpPr/>
      </dsp:nvSpPr>
      <dsp:spPr>
        <a:xfrm rot="5400000">
          <a:off x="-121106" y="123128"/>
          <a:ext cx="807377" cy="565164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/>
              <a:cs typeface="Times New Roman"/>
            </a:rPr>
            <a:t>Add</a:t>
          </a:r>
        </a:p>
      </dsp:txBody>
      <dsp:txXfrm rot="-5400000">
        <a:off x="1" y="284603"/>
        <a:ext cx="565164" cy="242213"/>
      </dsp:txXfrm>
    </dsp:sp>
    <dsp:sp modelId="{D16D0435-BC9B-483F-A1B4-52A24C1D19D3}">
      <dsp:nvSpPr>
        <dsp:cNvPr id="0" name=""/>
        <dsp:cNvSpPr/>
      </dsp:nvSpPr>
      <dsp:spPr>
        <a:xfrm rot="5400000">
          <a:off x="3963534" y="-3396348"/>
          <a:ext cx="524795" cy="7321535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>
              <a:latin typeface="Times New Roman"/>
              <a:cs typeface="Times New Roman"/>
            </a:rPr>
            <a:t>Add new booking</a:t>
          </a:r>
        </a:p>
      </dsp:txBody>
      <dsp:txXfrm rot="-5400000">
        <a:off x="565164" y="27640"/>
        <a:ext cx="7295917" cy="473559"/>
      </dsp:txXfrm>
    </dsp:sp>
    <dsp:sp modelId="{199D5625-B215-4296-B24F-72C3E80F9F0F}">
      <dsp:nvSpPr>
        <dsp:cNvPr id="0" name=""/>
        <dsp:cNvSpPr/>
      </dsp:nvSpPr>
      <dsp:spPr>
        <a:xfrm rot="5400000">
          <a:off x="-121106" y="831111"/>
          <a:ext cx="807377" cy="565164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/>
              <a:cs typeface="Times New Roman"/>
            </a:rPr>
            <a:t>View</a:t>
          </a:r>
        </a:p>
      </dsp:txBody>
      <dsp:txXfrm rot="-5400000">
        <a:off x="1" y="992586"/>
        <a:ext cx="565164" cy="242213"/>
      </dsp:txXfrm>
    </dsp:sp>
    <dsp:sp modelId="{51522500-0667-4BA3-B719-852FCBF84ADF}">
      <dsp:nvSpPr>
        <dsp:cNvPr id="0" name=""/>
        <dsp:cNvSpPr/>
      </dsp:nvSpPr>
      <dsp:spPr>
        <a:xfrm rot="5400000">
          <a:off x="3963534" y="-2688365"/>
          <a:ext cx="524795" cy="7321535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>
              <a:latin typeface="Times New Roman"/>
              <a:cs typeface="Times New Roman"/>
            </a:rPr>
            <a:t>View all bookings</a:t>
          </a:r>
        </a:p>
      </dsp:txBody>
      <dsp:txXfrm rot="-5400000">
        <a:off x="565164" y="735623"/>
        <a:ext cx="7295917" cy="473559"/>
      </dsp:txXfrm>
    </dsp:sp>
    <dsp:sp modelId="{2DD66D82-F1D5-4889-9E41-C69D218899A8}">
      <dsp:nvSpPr>
        <dsp:cNvPr id="0" name=""/>
        <dsp:cNvSpPr/>
      </dsp:nvSpPr>
      <dsp:spPr>
        <a:xfrm rot="5400000">
          <a:off x="-121106" y="1539095"/>
          <a:ext cx="807377" cy="565164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/>
              <a:cs typeface="Times New Roman"/>
            </a:rPr>
            <a:t>Search</a:t>
          </a:r>
        </a:p>
      </dsp:txBody>
      <dsp:txXfrm rot="-5400000">
        <a:off x="1" y="1700570"/>
        <a:ext cx="565164" cy="242213"/>
      </dsp:txXfrm>
    </dsp:sp>
    <dsp:sp modelId="{A6442C46-937C-43F8-8DED-1D67ABBC3568}">
      <dsp:nvSpPr>
        <dsp:cNvPr id="0" name=""/>
        <dsp:cNvSpPr/>
      </dsp:nvSpPr>
      <dsp:spPr>
        <a:xfrm rot="5400000">
          <a:off x="3963534" y="-1980381"/>
          <a:ext cx="524795" cy="7321535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>
              <a:latin typeface="Times New Roman"/>
              <a:cs typeface="Times New Roman"/>
            </a:rPr>
            <a:t>Search bookings</a:t>
          </a:r>
        </a:p>
      </dsp:txBody>
      <dsp:txXfrm rot="-5400000">
        <a:off x="565164" y="1443607"/>
        <a:ext cx="7295917" cy="473559"/>
      </dsp:txXfrm>
    </dsp:sp>
    <dsp:sp modelId="{83138FC3-CD96-469F-A58E-1F496611613E}">
      <dsp:nvSpPr>
        <dsp:cNvPr id="0" name=""/>
        <dsp:cNvSpPr/>
      </dsp:nvSpPr>
      <dsp:spPr>
        <a:xfrm rot="5400000">
          <a:off x="-121106" y="2247078"/>
          <a:ext cx="807377" cy="565164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/>
              <a:cs typeface="Times New Roman"/>
            </a:rPr>
            <a:t>Booking</a:t>
          </a:r>
        </a:p>
      </dsp:txBody>
      <dsp:txXfrm rot="-5400000">
        <a:off x="1" y="2408553"/>
        <a:ext cx="565164" cy="242213"/>
      </dsp:txXfrm>
    </dsp:sp>
    <dsp:sp modelId="{D0ED2D44-A732-4AB8-8014-49869A1A9CAE}">
      <dsp:nvSpPr>
        <dsp:cNvPr id="0" name=""/>
        <dsp:cNvSpPr/>
      </dsp:nvSpPr>
      <dsp:spPr>
        <a:xfrm rot="5400000">
          <a:off x="3963534" y="-1272398"/>
          <a:ext cx="524795" cy="7321535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>
              <a:latin typeface="Times New Roman"/>
              <a:cs typeface="Times New Roman"/>
            </a:rPr>
            <a:t>Cancel booking</a:t>
          </a:r>
        </a:p>
      </dsp:txBody>
      <dsp:txXfrm rot="-5400000">
        <a:off x="565164" y="2151590"/>
        <a:ext cx="7295917" cy="473559"/>
      </dsp:txXfrm>
    </dsp:sp>
    <dsp:sp modelId="{15C06CE8-0CE0-43E6-BCF5-EAB149CEE3E1}">
      <dsp:nvSpPr>
        <dsp:cNvPr id="0" name=""/>
        <dsp:cNvSpPr/>
      </dsp:nvSpPr>
      <dsp:spPr>
        <a:xfrm rot="5400000">
          <a:off x="-121106" y="2955062"/>
          <a:ext cx="807377" cy="565164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/>
              <a:cs typeface="Times New Roman"/>
            </a:rPr>
            <a:t>Sort</a:t>
          </a:r>
        </a:p>
      </dsp:txBody>
      <dsp:txXfrm rot="-5400000">
        <a:off x="1" y="3116537"/>
        <a:ext cx="565164" cy="242213"/>
      </dsp:txXfrm>
    </dsp:sp>
    <dsp:sp modelId="{260FF040-8079-43BA-A97A-E4023A569237}">
      <dsp:nvSpPr>
        <dsp:cNvPr id="0" name=""/>
        <dsp:cNvSpPr/>
      </dsp:nvSpPr>
      <dsp:spPr>
        <a:xfrm rot="5400000">
          <a:off x="3963534" y="-564414"/>
          <a:ext cx="524795" cy="7321535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>
              <a:latin typeface="Times New Roman"/>
              <a:cs typeface="Times New Roman"/>
            </a:rPr>
            <a:t>Sort bookings</a:t>
          </a:r>
        </a:p>
      </dsp:txBody>
      <dsp:txXfrm rot="-5400000">
        <a:off x="565164" y="2859574"/>
        <a:ext cx="7295917" cy="473559"/>
      </dsp:txXfrm>
    </dsp:sp>
    <dsp:sp modelId="{9E2FF60C-35CD-476C-8BDD-087685173ACC}">
      <dsp:nvSpPr>
        <dsp:cNvPr id="0" name=""/>
        <dsp:cNvSpPr/>
      </dsp:nvSpPr>
      <dsp:spPr>
        <a:xfrm rot="5400000">
          <a:off x="-121106" y="3663045"/>
          <a:ext cx="807377" cy="565164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/>
              <a:cs typeface="Times New Roman"/>
            </a:rPr>
            <a:t>Check</a:t>
          </a:r>
        </a:p>
      </dsp:txBody>
      <dsp:txXfrm rot="-5400000">
        <a:off x="1" y="3824520"/>
        <a:ext cx="565164" cy="242213"/>
      </dsp:txXfrm>
    </dsp:sp>
    <dsp:sp modelId="{22E1F36C-FB0C-40AB-A449-13F23EB33CA9}">
      <dsp:nvSpPr>
        <dsp:cNvPr id="0" name=""/>
        <dsp:cNvSpPr/>
      </dsp:nvSpPr>
      <dsp:spPr>
        <a:xfrm rot="5400000">
          <a:off x="3963534" y="143568"/>
          <a:ext cx="524795" cy="7321535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>
              <a:latin typeface="Times New Roman"/>
              <a:cs typeface="Times New Roman"/>
            </a:rPr>
            <a:t>Check fee structure</a:t>
          </a:r>
        </a:p>
      </dsp:txBody>
      <dsp:txXfrm rot="-5400000">
        <a:off x="565164" y="3567556"/>
        <a:ext cx="7295917" cy="4735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3A8DFC-86D3-46CD-83E3-B9F88228A331}">
      <dsp:nvSpPr>
        <dsp:cNvPr id="0" name=""/>
        <dsp:cNvSpPr/>
      </dsp:nvSpPr>
      <dsp:spPr>
        <a:xfrm>
          <a:off x="0" y="1354343"/>
          <a:ext cx="2218134" cy="140851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5AEA24-AFC1-49C2-924B-E035081BA443}">
      <dsp:nvSpPr>
        <dsp:cNvPr id="0" name=""/>
        <dsp:cNvSpPr/>
      </dsp:nvSpPr>
      <dsp:spPr>
        <a:xfrm>
          <a:off x="246459" y="1588479"/>
          <a:ext cx="2218134" cy="140851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/>
              <a:cs typeface="Times New Roman"/>
            </a:rPr>
            <a:t>ID: 1234 | Name: Ali | Game: Cricket</a:t>
          </a:r>
        </a:p>
      </dsp:txBody>
      <dsp:txXfrm>
        <a:off x="287713" y="1629733"/>
        <a:ext cx="2135626" cy="1326007"/>
      </dsp:txXfrm>
    </dsp:sp>
    <dsp:sp modelId="{3597A9EA-747C-4422-A282-2652B037EDA0}">
      <dsp:nvSpPr>
        <dsp:cNvPr id="0" name=""/>
        <dsp:cNvSpPr/>
      </dsp:nvSpPr>
      <dsp:spPr>
        <a:xfrm>
          <a:off x="2711053" y="1354343"/>
          <a:ext cx="2218134" cy="140851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A95D8-F18B-407D-99D4-FCAE1F81CACF}">
      <dsp:nvSpPr>
        <dsp:cNvPr id="0" name=""/>
        <dsp:cNvSpPr/>
      </dsp:nvSpPr>
      <dsp:spPr>
        <a:xfrm>
          <a:off x="2957512" y="1588479"/>
          <a:ext cx="2218134" cy="140851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/>
              <a:cs typeface="Times New Roman"/>
            </a:rPr>
            <a:t>Time: 10–12 | Fee: 1400 | Date: 2025-11-03</a:t>
          </a:r>
        </a:p>
      </dsp:txBody>
      <dsp:txXfrm>
        <a:off x="2998766" y="1629733"/>
        <a:ext cx="2135626" cy="1326007"/>
      </dsp:txXfrm>
    </dsp:sp>
    <dsp:sp modelId="{66479C48-CA43-4B05-932B-83909E575217}">
      <dsp:nvSpPr>
        <dsp:cNvPr id="0" name=""/>
        <dsp:cNvSpPr/>
      </dsp:nvSpPr>
      <dsp:spPr>
        <a:xfrm>
          <a:off x="5422106" y="1354343"/>
          <a:ext cx="2218134" cy="140851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03C772-6E7F-40E1-B477-AE587BD11B2C}">
      <dsp:nvSpPr>
        <dsp:cNvPr id="0" name=""/>
        <dsp:cNvSpPr/>
      </dsp:nvSpPr>
      <dsp:spPr>
        <a:xfrm>
          <a:off x="5668565" y="1588479"/>
          <a:ext cx="2218134" cy="140851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/>
              <a:cs typeface="Times New Roman"/>
            </a:rPr>
            <a:t>Each record is printed like this.</a:t>
          </a:r>
        </a:p>
      </dsp:txBody>
      <dsp:txXfrm>
        <a:off x="5709819" y="1629733"/>
        <a:ext cx="2135626" cy="13260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976D98-2F5D-4A0F-8176-5899E87639C0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C22A9D-CB85-433B-9C6E-EF41B564E74A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FB718-E208-4339-B7A2-28FA9438868A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>
              <a:latin typeface="Times New Roman"/>
              <a:cs typeface="Times New Roman"/>
            </a:rPr>
            <a:t>The program saves data in bookings.txt.</a:t>
          </a:r>
          <a:endParaRPr lang="en-US" sz="1900" kern="1200" dirty="0">
            <a:latin typeface="Times New Roman"/>
            <a:cs typeface="Times New Roman"/>
          </a:endParaRPr>
        </a:p>
      </dsp:txBody>
      <dsp:txXfrm>
        <a:off x="1074268" y="4366"/>
        <a:ext cx="3609680" cy="930102"/>
      </dsp:txXfrm>
    </dsp:sp>
    <dsp:sp modelId="{CD2557C4-A3F8-43A9-BF8B-01C1B607EFB2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DEB9DA-4097-46AE-96A8-4FB5FC93E0FA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0E2180-8ADD-4F41-83E6-BCE71AF646C5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>
              <a:latin typeface="Times New Roman"/>
              <a:cs typeface="Times New Roman"/>
            </a:rPr>
            <a:t>Functions used:</a:t>
          </a:r>
          <a:endParaRPr lang="en-US" sz="1900" kern="1200" dirty="0">
            <a:latin typeface="Times New Roman"/>
            <a:cs typeface="Times New Roman"/>
          </a:endParaRPr>
        </a:p>
      </dsp:txBody>
      <dsp:txXfrm>
        <a:off x="1074268" y="1166994"/>
        <a:ext cx="3609680" cy="930102"/>
      </dsp:txXfrm>
    </dsp:sp>
    <dsp:sp modelId="{78703057-F294-47FA-939A-311ED87A1A42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BFE9DE-AED6-4ABC-A180-FFCACFEF87CE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E0920-ECEC-4C2C-A86A-574449C038F8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>
              <a:latin typeface="Times New Roman"/>
              <a:cs typeface="Times New Roman"/>
            </a:rPr>
            <a:t>- save_to_file()</a:t>
          </a:r>
          <a:endParaRPr lang="en-US" sz="1900" kern="1200" dirty="0">
            <a:latin typeface="Times New Roman"/>
            <a:cs typeface="Times New Roman"/>
          </a:endParaRPr>
        </a:p>
      </dsp:txBody>
      <dsp:txXfrm>
        <a:off x="1074268" y="2329622"/>
        <a:ext cx="3609680" cy="930102"/>
      </dsp:txXfrm>
    </dsp:sp>
    <dsp:sp modelId="{45BC1890-441E-44E1-9ED2-03FE08B3F960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D35B59-5497-4200-985B-7DA7C44527F5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54EF7-F00C-40DD-A7A3-61FF8693FA95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>
              <a:latin typeface="Times New Roman"/>
              <a:cs typeface="Times New Roman"/>
            </a:rPr>
            <a:t>- append_to_file()</a:t>
          </a:r>
          <a:endParaRPr lang="en-US" sz="1900" kern="1200" dirty="0">
            <a:latin typeface="Times New Roman"/>
            <a:cs typeface="Times New Roman"/>
          </a:endParaRPr>
        </a:p>
      </dsp:txBody>
      <dsp:txXfrm>
        <a:off x="1074268" y="3492250"/>
        <a:ext cx="3609680" cy="930102"/>
      </dsp:txXfrm>
    </dsp:sp>
    <dsp:sp modelId="{07C79ECA-96D9-4C1B-930A-D6C92A82ECC7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1E0652-A8F0-4B3F-B721-70ABAF8E9EC4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E6633F-B717-4395-B3B2-DB15E4203345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>
              <a:latin typeface="Times New Roman"/>
              <a:cs typeface="Times New Roman"/>
            </a:rPr>
            <a:t>- load_from_file()</a:t>
          </a:r>
          <a:endParaRPr lang="en-US" sz="1900" kern="1200" dirty="0">
            <a:latin typeface="Times New Roman"/>
            <a:cs typeface="Times New Roman"/>
          </a:endParaRPr>
        </a:p>
      </dsp:txBody>
      <dsp:txXfrm>
        <a:off x="1074268" y="4654878"/>
        <a:ext cx="3609680" cy="9301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F7736E-23C4-4B4E-9423-D3068901C4E4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C08CAD-5941-4BD7-9D73-83A45C218677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EC722B-7E3E-457F-AF48-DA7CCDA5E980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>
              <a:latin typeface="Times New Roman"/>
              <a:cs typeface="Times New Roman"/>
            </a:rPr>
            <a:t>Fee = Hours × Rate per hour</a:t>
          </a:r>
        </a:p>
      </dsp:txBody>
      <dsp:txXfrm>
        <a:off x="25435" y="2456402"/>
        <a:ext cx="1800000" cy="720000"/>
      </dsp:txXfrm>
    </dsp:sp>
    <dsp:sp modelId="{10322B06-007E-4943-ACD2-267A58F29F2F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491093-2132-40E1-9207-8BA1B205AF7A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613C65-834B-4EDC-8B3B-71F80FB6B2CA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>
              <a:latin typeface="Times New Roman"/>
              <a:cs typeface="Times New Roman"/>
            </a:rPr>
            <a:t>Example:</a:t>
          </a:r>
        </a:p>
      </dsp:txBody>
      <dsp:txXfrm>
        <a:off x="2140435" y="2456402"/>
        <a:ext cx="1800000" cy="720000"/>
      </dsp:txXfrm>
    </dsp:sp>
    <dsp:sp modelId="{68948C48-CFFB-4F55-B608-49B98D0ABAA5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EE8633-39F2-4FB5-81CD-41DF25653149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1B33C-855C-4D21-8D1D-381A2063DC86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>
              <a:latin typeface="Times New Roman"/>
              <a:cs typeface="Times New Roman"/>
            </a:rPr>
            <a:t>Cricket = 700/hour</a:t>
          </a:r>
        </a:p>
      </dsp:txBody>
      <dsp:txXfrm>
        <a:off x="4255435" y="2456402"/>
        <a:ext cx="1800000" cy="720000"/>
      </dsp:txXfrm>
    </dsp:sp>
    <dsp:sp modelId="{31C88CB5-4AA4-441C-A24C-12D30F46FB8C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2DA0F6-B24E-49EF-ADDA-567078EADD03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EE2FA8-36BE-453E-BE39-91F9A2809C15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>
              <a:latin typeface="Times New Roman"/>
              <a:cs typeface="Times New Roman"/>
            </a:rPr>
            <a:t>If booked for 2 hours → 700 × 2 = 1400</a:t>
          </a:r>
        </a:p>
      </dsp:txBody>
      <dsp:txXfrm>
        <a:off x="6370435" y="2456402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9B3E32-CDA3-473E-ABF1-59F6371EBE43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FC5FF8-181C-4B31-B368-75DD6CF5E4EB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6F71B-FC94-4979-8DA1-53BE2208B024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>
              <a:latin typeface="Times New Roman"/>
              <a:cs typeface="Times New Roman"/>
            </a:rPr>
            <a:t>Each booking gets a random 4-digit ID.</a:t>
          </a:r>
        </a:p>
      </dsp:txBody>
      <dsp:txXfrm>
        <a:off x="25435" y="2456402"/>
        <a:ext cx="1800000" cy="720000"/>
      </dsp:txXfrm>
    </dsp:sp>
    <dsp:sp modelId="{C9195736-2A9B-437F-BACB-8C6DDD0A6240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A5BC73-AFBF-4CDA-BFAB-3C7C2618B885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4A9AA0-7E11-4A78-89DF-90D07A23A9BC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>
              <a:latin typeface="Times New Roman"/>
              <a:cs typeface="Times New Roman"/>
            </a:rPr>
            <a:t>It helps to:</a:t>
          </a:r>
        </a:p>
      </dsp:txBody>
      <dsp:txXfrm>
        <a:off x="2140435" y="2456402"/>
        <a:ext cx="1800000" cy="720000"/>
      </dsp:txXfrm>
    </dsp:sp>
    <dsp:sp modelId="{CEEE9510-5A1C-431F-80AF-AEF8534A7EA2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0E7113-232B-4ABF-9480-FA85EC43E0C9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6656F-337D-424D-ADC7-E62EC4D39E68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>
              <a:latin typeface="Times New Roman"/>
              <a:cs typeface="Times New Roman"/>
            </a:rPr>
            <a:t>- Search bookings easily</a:t>
          </a:r>
        </a:p>
      </dsp:txBody>
      <dsp:txXfrm>
        <a:off x="4255435" y="2456402"/>
        <a:ext cx="1800000" cy="720000"/>
      </dsp:txXfrm>
    </dsp:sp>
    <dsp:sp modelId="{79AB68C6-E81D-4471-A6AA-C6ED1740CA53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5C2FF8-F0BB-48B8-B6E9-FC3C358F9CE4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37772-65F4-4BA6-A763-1FE8B44EC3C4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>
              <a:latin typeface="Times New Roman"/>
              <a:cs typeface="Times New Roman"/>
            </a:rPr>
            <a:t>- Avoid confusion between users</a:t>
          </a:r>
        </a:p>
      </dsp:txBody>
      <dsp:txXfrm>
        <a:off x="6370435" y="2456402"/>
        <a:ext cx="18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40073E-3523-4B69-AF71-5FD458EE888B}">
      <dsp:nvSpPr>
        <dsp:cNvPr id="0" name=""/>
        <dsp:cNvSpPr/>
      </dsp:nvSpPr>
      <dsp:spPr>
        <a:xfrm>
          <a:off x="18535" y="450978"/>
          <a:ext cx="1080124" cy="10801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FFA63D-7C7F-4B4F-9B75-9DB53EBF6BFA}">
      <dsp:nvSpPr>
        <dsp:cNvPr id="0" name=""/>
        <dsp:cNvSpPr/>
      </dsp:nvSpPr>
      <dsp:spPr>
        <a:xfrm>
          <a:off x="245361" y="677804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307972-F58A-449D-A94A-D862A4875013}">
      <dsp:nvSpPr>
        <dsp:cNvPr id="0" name=""/>
        <dsp:cNvSpPr/>
      </dsp:nvSpPr>
      <dsp:spPr>
        <a:xfrm>
          <a:off x="1330115" y="450978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/>
              <a:cs typeface="Times New Roman"/>
            </a:rPr>
            <a:t>You can:</a:t>
          </a:r>
        </a:p>
      </dsp:txBody>
      <dsp:txXfrm>
        <a:off x="1330115" y="450978"/>
        <a:ext cx="2546008" cy="1080124"/>
      </dsp:txXfrm>
    </dsp:sp>
    <dsp:sp modelId="{E179BB42-DE92-49B9-B08F-3E7F708750F8}">
      <dsp:nvSpPr>
        <dsp:cNvPr id="0" name=""/>
        <dsp:cNvSpPr/>
      </dsp:nvSpPr>
      <dsp:spPr>
        <a:xfrm>
          <a:off x="4319746" y="450978"/>
          <a:ext cx="1080124" cy="10801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FE043B-1742-4956-A569-6F8F7AD9FCB0}">
      <dsp:nvSpPr>
        <dsp:cNvPr id="0" name=""/>
        <dsp:cNvSpPr/>
      </dsp:nvSpPr>
      <dsp:spPr>
        <a:xfrm>
          <a:off x="4546573" y="677804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FE0B6-1988-4FE9-987F-AC98B5DEAB27}">
      <dsp:nvSpPr>
        <dsp:cNvPr id="0" name=""/>
        <dsp:cNvSpPr/>
      </dsp:nvSpPr>
      <dsp:spPr>
        <a:xfrm>
          <a:off x="5631327" y="450978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/>
              <a:cs typeface="Times New Roman"/>
            </a:rPr>
            <a:t>1. View all bookings</a:t>
          </a:r>
        </a:p>
      </dsp:txBody>
      <dsp:txXfrm>
        <a:off x="5631327" y="450978"/>
        <a:ext cx="2546008" cy="1080124"/>
      </dsp:txXfrm>
    </dsp:sp>
    <dsp:sp modelId="{3DC2B9B2-9751-4E42-9981-BF4267C2F3B1}">
      <dsp:nvSpPr>
        <dsp:cNvPr id="0" name=""/>
        <dsp:cNvSpPr/>
      </dsp:nvSpPr>
      <dsp:spPr>
        <a:xfrm>
          <a:off x="18535" y="2158301"/>
          <a:ext cx="1080124" cy="10801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D5BB93-53C9-41EF-8ABD-7530A71CA132}">
      <dsp:nvSpPr>
        <dsp:cNvPr id="0" name=""/>
        <dsp:cNvSpPr/>
      </dsp:nvSpPr>
      <dsp:spPr>
        <a:xfrm>
          <a:off x="245361" y="2385128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99758-1361-41C6-B4A4-4AE83E0EE7AF}">
      <dsp:nvSpPr>
        <dsp:cNvPr id="0" name=""/>
        <dsp:cNvSpPr/>
      </dsp:nvSpPr>
      <dsp:spPr>
        <a:xfrm>
          <a:off x="1330115" y="2158301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/>
              <a:cs typeface="Times New Roman"/>
            </a:rPr>
            <a:t>2. View by date</a:t>
          </a:r>
        </a:p>
      </dsp:txBody>
      <dsp:txXfrm>
        <a:off x="1330115" y="2158301"/>
        <a:ext cx="2546008" cy="1080124"/>
      </dsp:txXfrm>
    </dsp:sp>
    <dsp:sp modelId="{AAF237F5-5F01-4CC5-9308-57785C3A04EB}">
      <dsp:nvSpPr>
        <dsp:cNvPr id="0" name=""/>
        <dsp:cNvSpPr/>
      </dsp:nvSpPr>
      <dsp:spPr>
        <a:xfrm>
          <a:off x="4319746" y="2158301"/>
          <a:ext cx="1080124" cy="10801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FC19B3-6585-4EAF-9288-117474873E4C}">
      <dsp:nvSpPr>
        <dsp:cNvPr id="0" name=""/>
        <dsp:cNvSpPr/>
      </dsp:nvSpPr>
      <dsp:spPr>
        <a:xfrm>
          <a:off x="4546573" y="2385128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72BBB5-5CB6-48D4-A105-6D045D01FB95}">
      <dsp:nvSpPr>
        <dsp:cNvPr id="0" name=""/>
        <dsp:cNvSpPr/>
      </dsp:nvSpPr>
      <dsp:spPr>
        <a:xfrm>
          <a:off x="5631327" y="2158301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/>
              <a:cs typeface="Times New Roman"/>
            </a:rPr>
            <a:t>3. View by game</a:t>
          </a:r>
        </a:p>
      </dsp:txBody>
      <dsp:txXfrm>
        <a:off x="5631327" y="2158301"/>
        <a:ext cx="2546008" cy="10801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DE8C68-98C6-4B51-9F5C-3EFF22FDC9E1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739B37-0988-4039-8A62-8F7008014260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14EC68-A073-473F-82D0-F69A79422B47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Search bookings by:</a:t>
          </a:r>
        </a:p>
      </dsp:txBody>
      <dsp:txXfrm>
        <a:off x="1339618" y="2288"/>
        <a:ext cx="3433549" cy="1159843"/>
      </dsp:txXfrm>
    </dsp:sp>
    <dsp:sp modelId="{9DB62570-382F-4055-BF85-7F2F534DBF5B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0DBE5D-814B-4F2D-B392-D1F6B1090566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EB492F-B9B3-4BED-BA68-41707F1F6EA5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- Booking ID</a:t>
          </a:r>
        </a:p>
      </dsp:txBody>
      <dsp:txXfrm>
        <a:off x="1339618" y="1452092"/>
        <a:ext cx="3433549" cy="1159843"/>
      </dsp:txXfrm>
    </dsp:sp>
    <dsp:sp modelId="{6BBA5A8A-990A-4E07-834C-BAF4C45CDDB7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0F8E2E-9359-4D01-AF36-B37CC1DE91E2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EC40A-E367-4D47-9B5A-76D99B7C9074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- Name</a:t>
          </a:r>
        </a:p>
      </dsp:txBody>
      <dsp:txXfrm>
        <a:off x="1339618" y="2901896"/>
        <a:ext cx="3433549" cy="1159843"/>
      </dsp:txXfrm>
    </dsp:sp>
    <dsp:sp modelId="{5BFE7557-0B2A-42E4-A8B3-E599EBFF7BD5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F9A3B0-78BF-4596-BC79-4C6377BA5E7B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4C5AA-52C6-4DD9-A6EE-C51DEEB589BB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- Game name</a:t>
          </a:r>
        </a:p>
      </dsp:txBody>
      <dsp:txXfrm>
        <a:off x="1339618" y="4351700"/>
        <a:ext cx="3433549" cy="115984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C6E4C1-B12D-4E97-BF28-C543E4B95984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54DBCC-974A-4D50-82D1-B599FE801FDE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1AAE5-54A2-41AF-9E70-8558C372782E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To cancel a booking:</a:t>
          </a:r>
        </a:p>
      </dsp:txBody>
      <dsp:txXfrm>
        <a:off x="1058686" y="1808"/>
        <a:ext cx="6828013" cy="916611"/>
      </dsp:txXfrm>
    </dsp:sp>
    <dsp:sp modelId="{5F83D1F4-7FE4-494B-A1DE-C939C26A931E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C8954F-5E5A-4DEA-8E38-4027E0081BB2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E83AE8-FD02-49C2-8E4F-E6EABD6551C0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- Enter booking ID</a:t>
          </a:r>
        </a:p>
      </dsp:txBody>
      <dsp:txXfrm>
        <a:off x="1058686" y="1147573"/>
        <a:ext cx="6828013" cy="916611"/>
      </dsp:txXfrm>
    </dsp:sp>
    <dsp:sp modelId="{5514908F-1462-4795-9465-8ABA3C04445E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B163DE-F631-4EA9-A95F-5DA92D3BAA02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819747-10FC-41B1-96F0-F39DC1CC10B8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- System deletes it from the file</a:t>
          </a:r>
        </a:p>
      </dsp:txBody>
      <dsp:txXfrm>
        <a:off x="1058686" y="2293338"/>
        <a:ext cx="6828013" cy="916611"/>
      </dsp:txXfrm>
    </dsp:sp>
    <dsp:sp modelId="{BBC889B6-9D0F-49C0-A728-124B45FBCB76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A93872-63A8-455C-8751-9C11C569B93E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814BB-3F56-4E8B-981A-4B8C6B10B322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- Shows message “Booking cancelled successfully”</a:t>
          </a:r>
        </a:p>
      </dsp:txBody>
      <dsp:txXfrm>
        <a:off x="1058686" y="3439103"/>
        <a:ext cx="6828013" cy="91661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F224AB-791B-497F-AB95-2C65D139CD6C}">
      <dsp:nvSpPr>
        <dsp:cNvPr id="0" name=""/>
        <dsp:cNvSpPr/>
      </dsp:nvSpPr>
      <dsp:spPr>
        <a:xfrm>
          <a:off x="545300" y="1052"/>
          <a:ext cx="1002568" cy="10025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C12F67-49A0-4FE6-B662-5B237ECD6D88}">
      <dsp:nvSpPr>
        <dsp:cNvPr id="0" name=""/>
        <dsp:cNvSpPr/>
      </dsp:nvSpPr>
      <dsp:spPr>
        <a:xfrm>
          <a:off x="758962" y="214714"/>
          <a:ext cx="575244" cy="5752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6B95A-5E28-4431-A675-149F26F6A7B5}">
      <dsp:nvSpPr>
        <dsp:cNvPr id="0" name=""/>
        <dsp:cNvSpPr/>
      </dsp:nvSpPr>
      <dsp:spPr>
        <a:xfrm>
          <a:off x="224807" y="1315895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latin typeface="Times New Roman"/>
              <a:cs typeface="Times New Roman"/>
            </a:rPr>
            <a:t>Football   : 500/hour</a:t>
          </a:r>
        </a:p>
      </dsp:txBody>
      <dsp:txXfrm>
        <a:off x="224807" y="1315895"/>
        <a:ext cx="1643554" cy="657421"/>
      </dsp:txXfrm>
    </dsp:sp>
    <dsp:sp modelId="{587F8CC9-B2ED-45C3-9913-C2E496F5449B}">
      <dsp:nvSpPr>
        <dsp:cNvPr id="0" name=""/>
        <dsp:cNvSpPr/>
      </dsp:nvSpPr>
      <dsp:spPr>
        <a:xfrm>
          <a:off x="2476477" y="1052"/>
          <a:ext cx="1002568" cy="10025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08F531-B1DF-4C72-B00C-3DACAF676875}">
      <dsp:nvSpPr>
        <dsp:cNvPr id="0" name=""/>
        <dsp:cNvSpPr/>
      </dsp:nvSpPr>
      <dsp:spPr>
        <a:xfrm>
          <a:off x="2690139" y="214714"/>
          <a:ext cx="575244" cy="5752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C05A9E-A199-4D51-8616-C7D9E2E960ED}">
      <dsp:nvSpPr>
        <dsp:cNvPr id="0" name=""/>
        <dsp:cNvSpPr/>
      </dsp:nvSpPr>
      <dsp:spPr>
        <a:xfrm>
          <a:off x="2155984" y="1315895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latin typeface="Times New Roman"/>
              <a:cs typeface="Times New Roman"/>
            </a:rPr>
            <a:t>Cricket    : 700/hour</a:t>
          </a:r>
        </a:p>
      </dsp:txBody>
      <dsp:txXfrm>
        <a:off x="2155984" y="1315895"/>
        <a:ext cx="1643554" cy="657421"/>
      </dsp:txXfrm>
    </dsp:sp>
    <dsp:sp modelId="{C02EFAF9-9248-4E60-9272-C238A9427902}">
      <dsp:nvSpPr>
        <dsp:cNvPr id="0" name=""/>
        <dsp:cNvSpPr/>
      </dsp:nvSpPr>
      <dsp:spPr>
        <a:xfrm>
          <a:off x="4407654" y="1052"/>
          <a:ext cx="1002568" cy="10025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21961C-B266-4412-B497-CB4B93153029}">
      <dsp:nvSpPr>
        <dsp:cNvPr id="0" name=""/>
        <dsp:cNvSpPr/>
      </dsp:nvSpPr>
      <dsp:spPr>
        <a:xfrm>
          <a:off x="4621316" y="214714"/>
          <a:ext cx="575244" cy="5752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3A532E-0263-4E43-8776-0AFDA4E72698}">
      <dsp:nvSpPr>
        <dsp:cNvPr id="0" name=""/>
        <dsp:cNvSpPr/>
      </dsp:nvSpPr>
      <dsp:spPr>
        <a:xfrm>
          <a:off x="4087161" y="1315895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latin typeface="Times New Roman"/>
              <a:cs typeface="Times New Roman"/>
            </a:rPr>
            <a:t>Tennis     : 400/hour</a:t>
          </a:r>
        </a:p>
      </dsp:txBody>
      <dsp:txXfrm>
        <a:off x="4087161" y="1315895"/>
        <a:ext cx="1643554" cy="657421"/>
      </dsp:txXfrm>
    </dsp:sp>
    <dsp:sp modelId="{D9182171-6D69-4D8C-9EAB-572FAF336343}">
      <dsp:nvSpPr>
        <dsp:cNvPr id="0" name=""/>
        <dsp:cNvSpPr/>
      </dsp:nvSpPr>
      <dsp:spPr>
        <a:xfrm>
          <a:off x="6338830" y="1052"/>
          <a:ext cx="1002568" cy="10025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22919-4B45-4D57-B85A-DA4124E6C3EF}">
      <dsp:nvSpPr>
        <dsp:cNvPr id="0" name=""/>
        <dsp:cNvSpPr/>
      </dsp:nvSpPr>
      <dsp:spPr>
        <a:xfrm>
          <a:off x="6552493" y="214714"/>
          <a:ext cx="575244" cy="5752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DC8FD-BB42-495E-8D54-19D5E0E4DCF7}">
      <dsp:nvSpPr>
        <dsp:cNvPr id="0" name=""/>
        <dsp:cNvSpPr/>
      </dsp:nvSpPr>
      <dsp:spPr>
        <a:xfrm>
          <a:off x="6018337" y="1315895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latin typeface="Times New Roman"/>
              <a:cs typeface="Times New Roman"/>
            </a:rPr>
            <a:t>Badminton  : 300/hour</a:t>
          </a:r>
        </a:p>
      </dsp:txBody>
      <dsp:txXfrm>
        <a:off x="6018337" y="1315895"/>
        <a:ext cx="1643554" cy="657421"/>
      </dsp:txXfrm>
    </dsp:sp>
    <dsp:sp modelId="{B00F23BD-7622-44C2-9D60-5C078F59FBA2}">
      <dsp:nvSpPr>
        <dsp:cNvPr id="0" name=""/>
        <dsp:cNvSpPr/>
      </dsp:nvSpPr>
      <dsp:spPr>
        <a:xfrm>
          <a:off x="1510889" y="2384206"/>
          <a:ext cx="1002568" cy="10025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30EEAA-7414-4916-825E-63FA9195191B}">
      <dsp:nvSpPr>
        <dsp:cNvPr id="0" name=""/>
        <dsp:cNvSpPr/>
      </dsp:nvSpPr>
      <dsp:spPr>
        <a:xfrm>
          <a:off x="1724551" y="2597868"/>
          <a:ext cx="575244" cy="5752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AAFBD-5076-412D-9538-A082725229E3}">
      <dsp:nvSpPr>
        <dsp:cNvPr id="0" name=""/>
        <dsp:cNvSpPr/>
      </dsp:nvSpPr>
      <dsp:spPr>
        <a:xfrm>
          <a:off x="1190395" y="3699050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latin typeface="Times New Roman"/>
              <a:cs typeface="Times New Roman"/>
            </a:rPr>
            <a:t>Basketball : 450/hour</a:t>
          </a:r>
        </a:p>
      </dsp:txBody>
      <dsp:txXfrm>
        <a:off x="1190395" y="3699050"/>
        <a:ext cx="1643554" cy="657421"/>
      </dsp:txXfrm>
    </dsp:sp>
    <dsp:sp modelId="{A16665C9-FBF7-487D-BF7A-BBDFAE8E726C}">
      <dsp:nvSpPr>
        <dsp:cNvPr id="0" name=""/>
        <dsp:cNvSpPr/>
      </dsp:nvSpPr>
      <dsp:spPr>
        <a:xfrm>
          <a:off x="3442065" y="2384206"/>
          <a:ext cx="1002568" cy="10025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127CB9-4609-4526-A1DE-F5E380867B00}">
      <dsp:nvSpPr>
        <dsp:cNvPr id="0" name=""/>
        <dsp:cNvSpPr/>
      </dsp:nvSpPr>
      <dsp:spPr>
        <a:xfrm>
          <a:off x="3655727" y="2597868"/>
          <a:ext cx="575244" cy="57524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CB5F6B-A4F7-48F4-8A50-74A458879E34}">
      <dsp:nvSpPr>
        <dsp:cNvPr id="0" name=""/>
        <dsp:cNvSpPr/>
      </dsp:nvSpPr>
      <dsp:spPr>
        <a:xfrm>
          <a:off x="3121572" y="3699050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latin typeface="Times New Roman"/>
              <a:cs typeface="Times New Roman"/>
            </a:rPr>
            <a:t>Snooker    : 350/hour</a:t>
          </a:r>
        </a:p>
      </dsp:txBody>
      <dsp:txXfrm>
        <a:off x="3121572" y="3699050"/>
        <a:ext cx="1643554" cy="657421"/>
      </dsp:txXfrm>
    </dsp:sp>
    <dsp:sp modelId="{C1856E39-8404-432E-934C-924FB750508A}">
      <dsp:nvSpPr>
        <dsp:cNvPr id="0" name=""/>
        <dsp:cNvSpPr/>
      </dsp:nvSpPr>
      <dsp:spPr>
        <a:xfrm>
          <a:off x="5373242" y="2384206"/>
          <a:ext cx="1002568" cy="10025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2AA61F-CEA8-4395-BF2F-52E34BE93401}">
      <dsp:nvSpPr>
        <dsp:cNvPr id="0" name=""/>
        <dsp:cNvSpPr/>
      </dsp:nvSpPr>
      <dsp:spPr>
        <a:xfrm>
          <a:off x="5586904" y="2597868"/>
          <a:ext cx="575244" cy="57524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7C5C01-D1CB-4B82-99FA-BBD9C76CF763}">
      <dsp:nvSpPr>
        <dsp:cNvPr id="0" name=""/>
        <dsp:cNvSpPr/>
      </dsp:nvSpPr>
      <dsp:spPr>
        <a:xfrm>
          <a:off x="5052749" y="3699050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latin typeface="Times New Roman"/>
              <a:cs typeface="Times New Roman"/>
            </a:rPr>
            <a:t>Volleyball : 400/hour</a:t>
          </a:r>
        </a:p>
      </dsp:txBody>
      <dsp:txXfrm>
        <a:off x="5052749" y="3699050"/>
        <a:ext cx="1643554" cy="65742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F1AA60-C576-4D4C-B7C5-26E3C3E0B54F}">
      <dsp:nvSpPr>
        <dsp:cNvPr id="0" name=""/>
        <dsp:cNvSpPr/>
      </dsp:nvSpPr>
      <dsp:spPr>
        <a:xfrm>
          <a:off x="1858988" y="379134"/>
          <a:ext cx="2928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84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97323" y="423237"/>
        <a:ext cx="16172" cy="3234"/>
      </dsp:txXfrm>
    </dsp:sp>
    <dsp:sp modelId="{902F7BDA-3BF2-4757-939F-70F6EB95C6CD}">
      <dsp:nvSpPr>
        <dsp:cNvPr id="0" name=""/>
        <dsp:cNvSpPr/>
      </dsp:nvSpPr>
      <dsp:spPr>
        <a:xfrm>
          <a:off x="454511" y="2971"/>
          <a:ext cx="1406276" cy="84376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909" tIns="72332" rIns="68909" bIns="7233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/>
              <a:cs typeface="Times New Roman"/>
            </a:rPr>
            <a:t>We have also started making a </a:t>
          </a:r>
          <a:r>
            <a:rPr lang="en-US" sz="1200" b="1" kern="1200" dirty="0">
              <a:latin typeface="Times New Roman"/>
              <a:cs typeface="Times New Roman"/>
            </a:rPr>
            <a:t>web version</a:t>
          </a:r>
          <a:r>
            <a:rPr lang="en-US" sz="1200" kern="1200" dirty="0">
              <a:latin typeface="Times New Roman"/>
              <a:cs typeface="Times New Roman"/>
            </a:rPr>
            <a:t> of this project.</a:t>
          </a:r>
        </a:p>
      </dsp:txBody>
      <dsp:txXfrm>
        <a:off x="454511" y="2971"/>
        <a:ext cx="1406276" cy="843765"/>
      </dsp:txXfrm>
    </dsp:sp>
    <dsp:sp modelId="{13459B4C-C37E-4A74-A90B-A758BC1AC3F7}">
      <dsp:nvSpPr>
        <dsp:cNvPr id="0" name=""/>
        <dsp:cNvSpPr/>
      </dsp:nvSpPr>
      <dsp:spPr>
        <a:xfrm>
          <a:off x="1157649" y="844937"/>
          <a:ext cx="1729720" cy="292843"/>
        </a:xfrm>
        <a:custGeom>
          <a:avLst/>
          <a:gdLst/>
          <a:ahLst/>
          <a:cxnLst/>
          <a:rect l="0" t="0" r="0" b="0"/>
          <a:pathLst>
            <a:path>
              <a:moveTo>
                <a:pt x="1729720" y="0"/>
              </a:moveTo>
              <a:lnTo>
                <a:pt x="1729720" y="163521"/>
              </a:lnTo>
              <a:lnTo>
                <a:pt x="0" y="163521"/>
              </a:lnTo>
              <a:lnTo>
                <a:pt x="0" y="292843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78517" y="989742"/>
        <a:ext cx="87985" cy="3234"/>
      </dsp:txXfrm>
    </dsp:sp>
    <dsp:sp modelId="{1033185A-1F79-4B82-9879-289112FC649B}">
      <dsp:nvSpPr>
        <dsp:cNvPr id="0" name=""/>
        <dsp:cNvSpPr/>
      </dsp:nvSpPr>
      <dsp:spPr>
        <a:xfrm>
          <a:off x="2184231" y="2971"/>
          <a:ext cx="1406276" cy="84376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909" tIns="72332" rIns="68909" bIns="7233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/>
              <a:cs typeface="Times New Roman"/>
            </a:rPr>
            <a:t>The</a:t>
          </a:r>
          <a:r>
            <a:rPr lang="en-US" sz="1200" b="1" kern="1200" dirty="0">
              <a:latin typeface="Times New Roman"/>
              <a:cs typeface="Times New Roman"/>
            </a:rPr>
            <a:t> </a:t>
          </a:r>
          <a:r>
            <a:rPr lang="en-US" sz="1200" kern="1200" dirty="0">
              <a:latin typeface="Times New Roman"/>
              <a:cs typeface="Times New Roman"/>
            </a:rPr>
            <a:t>frontend</a:t>
          </a:r>
          <a:r>
            <a:rPr lang="en-US" sz="1200" b="1" kern="1200" dirty="0">
              <a:latin typeface="Times New Roman"/>
              <a:cs typeface="Times New Roman"/>
            </a:rPr>
            <a:t> </a:t>
          </a:r>
          <a:r>
            <a:rPr lang="en-US" sz="1200" kern="1200" dirty="0">
              <a:latin typeface="Times New Roman"/>
              <a:cs typeface="Times New Roman"/>
            </a:rPr>
            <a:t>is developed using React.</a:t>
          </a:r>
        </a:p>
      </dsp:txBody>
      <dsp:txXfrm>
        <a:off x="2184231" y="2971"/>
        <a:ext cx="1406276" cy="843765"/>
      </dsp:txXfrm>
    </dsp:sp>
    <dsp:sp modelId="{99B96629-B4D3-4F1A-AE1B-398A0655B6B1}">
      <dsp:nvSpPr>
        <dsp:cNvPr id="0" name=""/>
        <dsp:cNvSpPr/>
      </dsp:nvSpPr>
      <dsp:spPr>
        <a:xfrm>
          <a:off x="1858988" y="1546344"/>
          <a:ext cx="2928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84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97323" y="1590447"/>
        <a:ext cx="16172" cy="3234"/>
      </dsp:txXfrm>
    </dsp:sp>
    <dsp:sp modelId="{21121992-6AAF-4284-863B-798A61F56231}">
      <dsp:nvSpPr>
        <dsp:cNvPr id="0" name=""/>
        <dsp:cNvSpPr/>
      </dsp:nvSpPr>
      <dsp:spPr>
        <a:xfrm>
          <a:off x="454511" y="1170181"/>
          <a:ext cx="1406276" cy="84376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909" tIns="72332" rIns="68909" bIns="7233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/>
              <a:cs typeface="Times New Roman"/>
            </a:rPr>
            <a:t>The backend is built with Python FastAPI.</a:t>
          </a:r>
        </a:p>
      </dsp:txBody>
      <dsp:txXfrm>
        <a:off x="454511" y="1170181"/>
        <a:ext cx="1406276" cy="843765"/>
      </dsp:txXfrm>
    </dsp:sp>
    <dsp:sp modelId="{E84A2DC2-53AA-4791-9D96-073B6B996C15}">
      <dsp:nvSpPr>
        <dsp:cNvPr id="0" name=""/>
        <dsp:cNvSpPr/>
      </dsp:nvSpPr>
      <dsp:spPr>
        <a:xfrm>
          <a:off x="1157649" y="2012147"/>
          <a:ext cx="1729720" cy="292843"/>
        </a:xfrm>
        <a:custGeom>
          <a:avLst/>
          <a:gdLst/>
          <a:ahLst/>
          <a:cxnLst/>
          <a:rect l="0" t="0" r="0" b="0"/>
          <a:pathLst>
            <a:path>
              <a:moveTo>
                <a:pt x="1729720" y="0"/>
              </a:moveTo>
              <a:lnTo>
                <a:pt x="1729720" y="163521"/>
              </a:lnTo>
              <a:lnTo>
                <a:pt x="0" y="163521"/>
              </a:lnTo>
              <a:lnTo>
                <a:pt x="0" y="292843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78517" y="2156951"/>
        <a:ext cx="87985" cy="3234"/>
      </dsp:txXfrm>
    </dsp:sp>
    <dsp:sp modelId="{CFBCB1AB-8930-488F-8842-CE4358D09FC8}">
      <dsp:nvSpPr>
        <dsp:cNvPr id="0" name=""/>
        <dsp:cNvSpPr/>
      </dsp:nvSpPr>
      <dsp:spPr>
        <a:xfrm>
          <a:off x="2184231" y="1170181"/>
          <a:ext cx="1406276" cy="84376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909" tIns="72332" rIns="68909" bIns="7233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/>
              <a:cs typeface="Times New Roman"/>
            </a:rPr>
            <a:t>A database is connected to store booking records.</a:t>
          </a:r>
        </a:p>
      </dsp:txBody>
      <dsp:txXfrm>
        <a:off x="2184231" y="1170181"/>
        <a:ext cx="1406276" cy="843765"/>
      </dsp:txXfrm>
    </dsp:sp>
    <dsp:sp modelId="{855C4AC5-8308-4364-886F-A75562AFD290}">
      <dsp:nvSpPr>
        <dsp:cNvPr id="0" name=""/>
        <dsp:cNvSpPr/>
      </dsp:nvSpPr>
      <dsp:spPr>
        <a:xfrm>
          <a:off x="1858988" y="2713553"/>
          <a:ext cx="2928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84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97323" y="2757656"/>
        <a:ext cx="16172" cy="3234"/>
      </dsp:txXfrm>
    </dsp:sp>
    <dsp:sp modelId="{7ADC4F77-D8EF-428F-ADF5-DD190A007A47}">
      <dsp:nvSpPr>
        <dsp:cNvPr id="0" name=""/>
        <dsp:cNvSpPr/>
      </dsp:nvSpPr>
      <dsp:spPr>
        <a:xfrm>
          <a:off x="454511" y="2337390"/>
          <a:ext cx="1406276" cy="84376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909" tIns="72332" rIns="68909" bIns="7233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/>
              <a:cs typeface="Times New Roman"/>
            </a:rPr>
            <a:t>The website is not fully; completed yet some work is still in progress.</a:t>
          </a:r>
        </a:p>
      </dsp:txBody>
      <dsp:txXfrm>
        <a:off x="454511" y="2337390"/>
        <a:ext cx="1406276" cy="843765"/>
      </dsp:txXfrm>
    </dsp:sp>
    <dsp:sp modelId="{B96B6B8E-1CED-406C-B53C-E244B86E0F78}">
      <dsp:nvSpPr>
        <dsp:cNvPr id="0" name=""/>
        <dsp:cNvSpPr/>
      </dsp:nvSpPr>
      <dsp:spPr>
        <a:xfrm>
          <a:off x="1157649" y="3179356"/>
          <a:ext cx="1729720" cy="292843"/>
        </a:xfrm>
        <a:custGeom>
          <a:avLst/>
          <a:gdLst/>
          <a:ahLst/>
          <a:cxnLst/>
          <a:rect l="0" t="0" r="0" b="0"/>
          <a:pathLst>
            <a:path>
              <a:moveTo>
                <a:pt x="1729720" y="0"/>
              </a:moveTo>
              <a:lnTo>
                <a:pt x="1729720" y="163521"/>
              </a:lnTo>
              <a:lnTo>
                <a:pt x="0" y="163521"/>
              </a:lnTo>
              <a:lnTo>
                <a:pt x="0" y="292843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78517" y="3324161"/>
        <a:ext cx="87985" cy="3234"/>
      </dsp:txXfrm>
    </dsp:sp>
    <dsp:sp modelId="{552734D9-DD2B-4315-97A0-8557EC45F6C3}">
      <dsp:nvSpPr>
        <dsp:cNvPr id="0" name=""/>
        <dsp:cNvSpPr/>
      </dsp:nvSpPr>
      <dsp:spPr>
        <a:xfrm>
          <a:off x="2184231" y="2337390"/>
          <a:ext cx="1406276" cy="84376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909" tIns="72332" rIns="68909" bIns="7233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/>
              <a:cs typeface="Times New Roman"/>
            </a:rPr>
            <a:t>In the future, we plan to add more features and improve the design.</a:t>
          </a:r>
        </a:p>
      </dsp:txBody>
      <dsp:txXfrm>
        <a:off x="2184231" y="2337390"/>
        <a:ext cx="1406276" cy="843765"/>
      </dsp:txXfrm>
    </dsp:sp>
    <dsp:sp modelId="{D277DED4-99C1-4E50-B3CB-B523803B7620}">
      <dsp:nvSpPr>
        <dsp:cNvPr id="0" name=""/>
        <dsp:cNvSpPr/>
      </dsp:nvSpPr>
      <dsp:spPr>
        <a:xfrm>
          <a:off x="1858988" y="3880763"/>
          <a:ext cx="2928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84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97323" y="3924866"/>
        <a:ext cx="16172" cy="3234"/>
      </dsp:txXfrm>
    </dsp:sp>
    <dsp:sp modelId="{2718C815-4775-4921-B2FC-06287A72814D}">
      <dsp:nvSpPr>
        <dsp:cNvPr id="0" name=""/>
        <dsp:cNvSpPr/>
      </dsp:nvSpPr>
      <dsp:spPr>
        <a:xfrm>
          <a:off x="454511" y="3504600"/>
          <a:ext cx="1406276" cy="84376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909" tIns="72332" rIns="68909" bIns="7233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Times New Roman"/>
              <a:cs typeface="Times New Roman"/>
            </a:rPr>
            <a:t>Website demo</a:t>
          </a:r>
          <a:endParaRPr lang="en-US" sz="1200" kern="1200" dirty="0">
            <a:latin typeface="Times New Roman"/>
            <a:cs typeface="Times New Roman"/>
          </a:endParaRPr>
        </a:p>
      </dsp:txBody>
      <dsp:txXfrm>
        <a:off x="454511" y="3504600"/>
        <a:ext cx="1406276" cy="843765"/>
      </dsp:txXfrm>
    </dsp:sp>
    <dsp:sp modelId="{1CADA940-E752-471F-854B-83218709F103}">
      <dsp:nvSpPr>
        <dsp:cNvPr id="0" name=""/>
        <dsp:cNvSpPr/>
      </dsp:nvSpPr>
      <dsp:spPr>
        <a:xfrm>
          <a:off x="2184231" y="3504600"/>
          <a:ext cx="1406276" cy="84376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909" tIns="72332" rIns="68909" bIns="7233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/>
              <a:cs typeface="Times New Roman"/>
            </a:rPr>
            <a:t>You can also see the website version of the booking System</a:t>
          </a:r>
        </a:p>
      </dsp:txBody>
      <dsp:txXfrm>
        <a:off x="2184231" y="3504600"/>
        <a:ext cx="1406276" cy="84376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AA0323-4B2C-4BD5-A450-954301F819BD}">
      <dsp:nvSpPr>
        <dsp:cNvPr id="0" name=""/>
        <dsp:cNvSpPr/>
      </dsp:nvSpPr>
      <dsp:spPr>
        <a:xfrm>
          <a:off x="0" y="531"/>
          <a:ext cx="7886700" cy="1243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3593E-8747-4246-8698-DF57F814A933}">
      <dsp:nvSpPr>
        <dsp:cNvPr id="0" name=""/>
        <dsp:cNvSpPr/>
      </dsp:nvSpPr>
      <dsp:spPr>
        <a:xfrm>
          <a:off x="376092" y="280269"/>
          <a:ext cx="683804" cy="6838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5D456F-1005-4904-9A2B-F90D19B75724}">
      <dsp:nvSpPr>
        <dsp:cNvPr id="0" name=""/>
        <dsp:cNvSpPr/>
      </dsp:nvSpPr>
      <dsp:spPr>
        <a:xfrm>
          <a:off x="1435988" y="531"/>
          <a:ext cx="64507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/>
              <a:cs typeface="Times New Roman"/>
            </a:rPr>
            <a:t>This project shows how Python can manage real-world data.</a:t>
          </a:r>
        </a:p>
      </dsp:txBody>
      <dsp:txXfrm>
        <a:off x="1435988" y="531"/>
        <a:ext cx="6450711" cy="1243280"/>
      </dsp:txXfrm>
    </dsp:sp>
    <dsp:sp modelId="{FE88C33C-EB34-4C8D-AC6F-44B823C0E0A2}">
      <dsp:nvSpPr>
        <dsp:cNvPr id="0" name=""/>
        <dsp:cNvSpPr/>
      </dsp:nvSpPr>
      <dsp:spPr>
        <a:xfrm>
          <a:off x="0" y="1554631"/>
          <a:ext cx="7886700" cy="1243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F3261E-88CA-44B5-91DE-F707532E5FB1}">
      <dsp:nvSpPr>
        <dsp:cNvPr id="0" name=""/>
        <dsp:cNvSpPr/>
      </dsp:nvSpPr>
      <dsp:spPr>
        <a:xfrm>
          <a:off x="376092" y="1834369"/>
          <a:ext cx="683804" cy="6838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2B508A-207C-4F8E-8053-7A66E904E44B}">
      <dsp:nvSpPr>
        <dsp:cNvPr id="0" name=""/>
        <dsp:cNvSpPr/>
      </dsp:nvSpPr>
      <dsp:spPr>
        <a:xfrm>
          <a:off x="1435988" y="1554631"/>
          <a:ext cx="64507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/>
              <a:cs typeface="Times New Roman"/>
            </a:rPr>
            <a:t>It uses OOP, File Handling, and Algorithms together.</a:t>
          </a:r>
        </a:p>
      </dsp:txBody>
      <dsp:txXfrm>
        <a:off x="1435988" y="1554631"/>
        <a:ext cx="6450711" cy="1243280"/>
      </dsp:txXfrm>
    </dsp:sp>
    <dsp:sp modelId="{BCF08433-49C3-4618-82D6-07D26B88B2C4}">
      <dsp:nvSpPr>
        <dsp:cNvPr id="0" name=""/>
        <dsp:cNvSpPr/>
      </dsp:nvSpPr>
      <dsp:spPr>
        <a:xfrm>
          <a:off x="0" y="3108732"/>
          <a:ext cx="7886700" cy="1243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F7B185-1E6C-4CC3-9CC9-3585D1BCB8B0}">
      <dsp:nvSpPr>
        <dsp:cNvPr id="0" name=""/>
        <dsp:cNvSpPr/>
      </dsp:nvSpPr>
      <dsp:spPr>
        <a:xfrm>
          <a:off x="376092" y="3388470"/>
          <a:ext cx="683804" cy="6838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F324E1-C34B-40D7-B3ED-98E856EB741E}">
      <dsp:nvSpPr>
        <dsp:cNvPr id="0" name=""/>
        <dsp:cNvSpPr/>
      </dsp:nvSpPr>
      <dsp:spPr>
        <a:xfrm>
          <a:off x="1435988" y="3108732"/>
          <a:ext cx="64507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/>
              <a:cs typeface="Times New Roman"/>
            </a:rPr>
            <a:t>It is a simple but useful system for sports centers.</a:t>
          </a:r>
        </a:p>
      </dsp:txBody>
      <dsp:txXfrm>
        <a:off x="1435988" y="3108732"/>
        <a:ext cx="6450711" cy="12432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ogressive-charlestown.com/2020/05/small-business-tips-tricks-why-arent.html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edia.org/python-for-scientific-computing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aj2938.tistory.com/75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jpe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Relationship Id="rId9" Type="http://schemas.openxmlformats.org/officeDocument/2006/relationships/hyperlink" Target="https://www.gameblast.com.br/2013/02/discussao-como-internet-afetou-os-jogos.htm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Graphic 55" descr="Football">
            <a:extLst>
              <a:ext uri="{FF2B5EF4-FFF2-40B4-BE49-F238E27FC236}">
                <a16:creationId xmlns:a16="http://schemas.microsoft.com/office/drawing/2014/main" id="{11275552-39D9-31E7-1DCC-F007E786D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022" y="1716458"/>
            <a:ext cx="2907124" cy="290712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1528" y="2463403"/>
            <a:ext cx="5897680" cy="31399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GB" sz="4400" b="1" dirty="0">
                <a:latin typeface="Times New Roman"/>
                <a:ea typeface="Calibri"/>
                <a:cs typeface="Calibri"/>
              </a:rPr>
              <a:t>Olympic Sports City Booking System</a:t>
            </a:r>
            <a:endParaRPr lang="en-GB" sz="4400">
              <a:latin typeface="Times New Roman"/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i="1" dirty="0">
              <a:ea typeface="Calibri"/>
              <a:cs typeface="Calibri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85924-7491-5F9E-54DE-22FBAF861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5" name="Rectangle 9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7" name="Rectangle 91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9" name="Rectangle 9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" name="Rectangle 92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915EB-7990-DF79-2F13-AF003D3D5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b="1" i="1" dirty="0">
                <a:solidFill>
                  <a:srgbClr val="FFFFFF"/>
                </a:solidFill>
                <a:latin typeface="Times New Roman"/>
                <a:ea typeface="Calibri"/>
                <a:cs typeface="Calibri"/>
              </a:rPr>
              <a:t>Group Members : </a:t>
            </a:r>
            <a:endParaRPr lang="en-US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4BAD68F3-4DF7-5B6A-BD12-540E64B49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898" name="Content Placeholder 886">
            <a:extLst>
              <a:ext uri="{FF2B5EF4-FFF2-40B4-BE49-F238E27FC236}">
                <a16:creationId xmlns:a16="http://schemas.microsoft.com/office/drawing/2014/main" id="{C88FE819-42DF-68C1-5408-C75764344A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7308504"/>
              </p:ext>
            </p:extLst>
          </p:nvPr>
        </p:nvGraphicFramePr>
        <p:xfrm>
          <a:off x="227218" y="1001118"/>
          <a:ext cx="8681783" cy="5853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1254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5604285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118" y="709727"/>
            <a:ext cx="4661991" cy="173426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How the Idea 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5118" y="2281034"/>
            <a:ext cx="4176076" cy="396218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We faced a booking problem in a sports city, so we decided to make this project.</a:t>
            </a:r>
            <a:endParaRPr lang="en-US" sz="2800">
              <a:latin typeface="Times New Roman"/>
              <a:ea typeface="Calibri"/>
              <a:cs typeface="Times New Roman"/>
            </a:endParaRPr>
          </a:p>
          <a:p>
            <a:r>
              <a:rPr lang="en-US" sz="2800" dirty="0">
                <a:latin typeface="Times New Roman"/>
                <a:cs typeface="Times New Roman"/>
              </a:rPr>
              <a:t>This project is made to solve real booking problems in sports centers.</a:t>
            </a:r>
            <a:endParaRPr lang="en-US" sz="280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 descr="A light bulb with a lightbulb and text&#10;&#10;AI-generated content may be incorrect.">
            <a:extLst>
              <a:ext uri="{FF2B5EF4-FFF2-40B4-BE49-F238E27FC236}">
                <a16:creationId xmlns:a16="http://schemas.microsoft.com/office/drawing/2014/main" id="{B9075655-7D2B-7122-5D21-2D0676BF6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75158" y="725396"/>
            <a:ext cx="2886241" cy="2381148"/>
          </a:xfrm>
          <a:prstGeom prst="rect">
            <a:avLst/>
          </a:prstGeom>
        </p:spPr>
      </p:pic>
      <p:pic>
        <p:nvPicPr>
          <p:cNvPr id="7" name="Graphic 6" descr="Building">
            <a:extLst>
              <a:ext uri="{FF2B5EF4-FFF2-40B4-BE49-F238E27FC236}">
                <a16:creationId xmlns:a16="http://schemas.microsoft.com/office/drawing/2014/main" id="{EA7EDB16-EFD4-50C9-6DD2-C3CD8CFE1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25523" y="3657600"/>
            <a:ext cx="2585510" cy="258551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BA169-BCA6-5D43-8682-D721B6303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GB" b="1" dirty="0">
                <a:latin typeface="Times New Roman"/>
                <a:cs typeface="Times New Roman"/>
              </a:rPr>
              <a:t>Project Goal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GB" sz="2800" dirty="0">
                <a:latin typeface="Times New Roman"/>
                <a:cs typeface="Times New Roman"/>
              </a:rPr>
              <a:t>The main goal is to manage:</a:t>
            </a:r>
          </a:p>
          <a:p>
            <a:r>
              <a:rPr lang="en-GB" sz="2800" dirty="0">
                <a:latin typeface="Times New Roman"/>
                <a:cs typeface="Times New Roman"/>
              </a:rPr>
              <a:t>- Game details</a:t>
            </a:r>
          </a:p>
          <a:p>
            <a:r>
              <a:rPr lang="en-GB" sz="2800" dirty="0">
                <a:latin typeface="Times New Roman"/>
                <a:cs typeface="Times New Roman"/>
              </a:rPr>
              <a:t>- Booking time and date</a:t>
            </a:r>
          </a:p>
          <a:p>
            <a:r>
              <a:rPr lang="en-GB" sz="2800" dirty="0">
                <a:latin typeface="Times New Roman"/>
                <a:cs typeface="Times New Roman"/>
              </a:rPr>
              <a:t>- Fee calculation automatically</a:t>
            </a:r>
          </a:p>
          <a:p>
            <a:r>
              <a:rPr lang="en-GB" sz="2800" dirty="0">
                <a:latin typeface="Times New Roman"/>
                <a:cs typeface="Times New Roman"/>
              </a:rPr>
              <a:t>- It prevents double bookings and saves time.</a:t>
            </a:r>
          </a:p>
          <a:p>
            <a:endParaRPr lang="en-GB" sz="2800" dirty="0">
              <a:latin typeface="Times New Roman"/>
              <a:cs typeface="Times New Roman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61" name="Graphic 60" descr="Daily Calendar">
            <a:extLst>
              <a:ext uri="{FF2B5EF4-FFF2-40B4-BE49-F238E27FC236}">
                <a16:creationId xmlns:a16="http://schemas.microsoft.com/office/drawing/2014/main" id="{19D68CD5-8DD6-61F7-98B8-A731B6F5F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9E922-6678-C6BB-DA93-1A34AEEE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76075" y="6415760"/>
            <a:ext cx="759278" cy="2738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92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92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72088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916395" cy="1800526"/>
          </a:xfrm>
        </p:spPr>
        <p:txBody>
          <a:bodyPr>
            <a:normAutofit/>
          </a:bodyPr>
          <a:lstStyle/>
          <a:p>
            <a:r>
              <a:rPr lang="en-GB" b="1" dirty="0">
                <a:latin typeface="Times New Roman"/>
                <a:cs typeface="Times New Roman"/>
              </a:rP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623381"/>
            <a:ext cx="2916396" cy="35535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 dirty="0">
                <a:latin typeface="Times New Roman"/>
                <a:cs typeface="Times New Roman"/>
              </a:rPr>
              <a:t>Programming Language: Python</a:t>
            </a:r>
          </a:p>
          <a:p>
            <a:r>
              <a:rPr lang="en-GB" sz="2400" dirty="0">
                <a:latin typeface="Times New Roman"/>
                <a:cs typeface="Times New Roman"/>
              </a:rPr>
              <a:t>Modules Used:</a:t>
            </a:r>
          </a:p>
          <a:p>
            <a:r>
              <a:rPr lang="en-GB" sz="2400" dirty="0">
                <a:latin typeface="Times New Roman"/>
                <a:cs typeface="Times New Roman"/>
              </a:rPr>
              <a:t>- </a:t>
            </a:r>
            <a:r>
              <a:rPr lang="en-GB" sz="2400" err="1">
                <a:latin typeface="Times New Roman"/>
                <a:cs typeface="Times New Roman"/>
              </a:rPr>
              <a:t>os</a:t>
            </a:r>
            <a:endParaRPr lang="en-GB" sz="2400" dirty="0">
              <a:latin typeface="Times New Roman"/>
              <a:cs typeface="Times New Roman"/>
            </a:endParaRPr>
          </a:p>
          <a:p>
            <a:r>
              <a:rPr lang="en-GB" sz="2400" dirty="0">
                <a:latin typeface="Times New Roman"/>
                <a:cs typeface="Times New Roman"/>
              </a:rPr>
              <a:t>- random</a:t>
            </a:r>
          </a:p>
          <a:p>
            <a:r>
              <a:rPr lang="en-GB" sz="2400" dirty="0">
                <a:latin typeface="Times New Roman"/>
                <a:cs typeface="Times New Roman"/>
              </a:rPr>
              <a:t>- datetime</a:t>
            </a:r>
          </a:p>
          <a:p>
            <a:r>
              <a:rPr lang="en-GB" sz="2400" dirty="0">
                <a:latin typeface="Times New Roman"/>
                <a:cs typeface="Times New Roman"/>
              </a:rPr>
              <a:t>File Handling: Text file (bookings.txt)</a:t>
            </a:r>
          </a:p>
        </p:txBody>
      </p:sp>
      <p:pic>
        <p:nvPicPr>
          <p:cNvPr id="7" name="Picture 6" descr="A close-up of logos&#10;&#10;AI-generated content may be incorrect.">
            <a:extLst>
              <a:ext uri="{FF2B5EF4-FFF2-40B4-BE49-F238E27FC236}">
                <a16:creationId xmlns:a16="http://schemas.microsoft.com/office/drawing/2014/main" id="{908C775B-97DC-26A0-B6A3-EE8909981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00739" y="2107924"/>
            <a:ext cx="3560660" cy="267049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247B82-115C-35C1-B6EA-9572D2763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GB" b="1" dirty="0">
                <a:latin typeface="Times New Roman"/>
                <a:cs typeface="Times New Roman"/>
              </a:rPr>
              <a:t>Features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90F44172-5B57-CDE0-0BE8-663C60E958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22198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D06B3B00-EDAF-49A4-D2C4-71402339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Colored pins pinned on a calendar">
            <a:extLst>
              <a:ext uri="{FF2B5EF4-FFF2-40B4-BE49-F238E27FC236}">
                <a16:creationId xmlns:a16="http://schemas.microsoft.com/office/drawing/2014/main" id="{BF9C127F-903F-8CAF-BD2F-98DAEDBF34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24" r="24809" b="-10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GB" b="1" dirty="0">
                <a:latin typeface="Times New Roman"/>
                <a:cs typeface="Times New Roman"/>
              </a:rPr>
              <a:t>Booking Class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sz="2400" dirty="0">
                <a:latin typeface="Times New Roman"/>
                <a:cs typeface="Times New Roman"/>
              </a:rPr>
              <a:t>A class is used to store each booking.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r>
              <a:rPr sz="2400" dirty="0">
                <a:latin typeface="Times New Roman"/>
                <a:cs typeface="Times New Roman"/>
              </a:rPr>
              <a:t>It keeps information like:</a:t>
            </a:r>
            <a:endParaRPr sz="2400">
              <a:latin typeface="Times New Roman"/>
              <a:ea typeface="Calibri"/>
              <a:cs typeface="Times New Roman"/>
            </a:endParaRPr>
          </a:p>
          <a:p>
            <a:r>
              <a:rPr sz="2400" dirty="0">
                <a:latin typeface="Times New Roman"/>
                <a:cs typeface="Times New Roman"/>
              </a:rPr>
              <a:t>- Booking ID</a:t>
            </a:r>
            <a:endParaRPr sz="2400">
              <a:latin typeface="Times New Roman"/>
              <a:ea typeface="Calibri"/>
              <a:cs typeface="Times New Roman"/>
            </a:endParaRPr>
          </a:p>
          <a:p>
            <a:r>
              <a:rPr sz="2400" dirty="0">
                <a:latin typeface="Times New Roman"/>
                <a:cs typeface="Times New Roman"/>
              </a:rPr>
              <a:t>- Name and contact</a:t>
            </a:r>
            <a:endParaRPr sz="2400">
              <a:latin typeface="Times New Roman"/>
              <a:ea typeface="Calibri"/>
              <a:cs typeface="Times New Roman"/>
            </a:endParaRPr>
          </a:p>
          <a:p>
            <a:r>
              <a:rPr sz="2400" dirty="0">
                <a:latin typeface="Times New Roman"/>
                <a:cs typeface="Times New Roman"/>
              </a:rPr>
              <a:t>- Game name</a:t>
            </a:r>
            <a:endParaRPr sz="2400">
              <a:latin typeface="Times New Roman"/>
              <a:ea typeface="Calibri"/>
              <a:cs typeface="Times New Roman"/>
            </a:endParaRPr>
          </a:p>
          <a:p>
            <a:r>
              <a:rPr sz="2400" dirty="0">
                <a:latin typeface="Times New Roman"/>
                <a:cs typeface="Times New Roman"/>
              </a:rPr>
              <a:t>- Start and end time</a:t>
            </a:r>
            <a:endParaRPr sz="2400">
              <a:latin typeface="Times New Roman"/>
              <a:ea typeface="Calibri"/>
              <a:cs typeface="Times New Roman"/>
            </a:endParaRPr>
          </a:p>
          <a:p>
            <a:r>
              <a:rPr sz="2400" dirty="0">
                <a:latin typeface="Times New Roman"/>
                <a:cs typeface="Times New Roman"/>
              </a:rPr>
              <a:t>- Fee and date</a:t>
            </a:r>
            <a:endParaRPr sz="2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FA0A8-F27B-D59D-CB6D-46962234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GB" b="1" dirty="0">
                <a:latin typeface="Times New Roman"/>
                <a:cs typeface="Times New Roman"/>
              </a:rPr>
              <a:t>Example of a Booking</a:t>
            </a:r>
            <a:endParaRPr lang="en-GB" b="1">
              <a:latin typeface="Times New Roman"/>
              <a:ea typeface="Calibri"/>
              <a:cs typeface="Times New Roman"/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98CE502E-B689-5060-C07B-6A610D8F51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366441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6E26003D-011A-4992-D3A0-2BD3FC3BF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GB" sz="3600" b="1" dirty="0">
                <a:latin typeface="Times New Roman"/>
                <a:cs typeface="Times New Roman"/>
              </a:rPr>
              <a:t>File Handling</a:t>
            </a:r>
            <a:endParaRPr lang="en-GB" sz="3600" b="1">
              <a:latin typeface="Times New Roman"/>
              <a:ea typeface="Calibri"/>
              <a:cs typeface="Times New Roman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04580421-E7B4-2E7C-367E-BE6F694E06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2243593"/>
              </p:ext>
            </p:extLst>
          </p:nvPr>
        </p:nvGraphicFramePr>
        <p:xfrm>
          <a:off x="3831401" y="764639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BD0573AE-F414-8C8C-EB53-27A6D6F8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492" y="741391"/>
            <a:ext cx="3544476" cy="1616203"/>
          </a:xfrm>
        </p:spPr>
        <p:txBody>
          <a:bodyPr anchor="b">
            <a:normAutofit/>
          </a:bodyPr>
          <a:lstStyle/>
          <a:p>
            <a:r>
              <a:rPr lang="en-GB" b="1" dirty="0">
                <a:latin typeface="Times New Roman"/>
                <a:cs typeface="Times New Roman"/>
              </a:rPr>
              <a:t>Add Booking</a:t>
            </a:r>
            <a:endParaRPr lang="en-GB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2533476"/>
            <a:ext cx="3266448" cy="344783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1800" dirty="0">
                <a:latin typeface="Times New Roman"/>
                <a:cs typeface="Times New Roman"/>
              </a:rPr>
              <a:t>User enters:</a:t>
            </a:r>
          </a:p>
          <a:p>
            <a:r>
              <a:rPr lang="en-GB" sz="1800" dirty="0">
                <a:latin typeface="Times New Roman"/>
                <a:cs typeface="Times New Roman"/>
              </a:rPr>
              <a:t>- Name</a:t>
            </a:r>
          </a:p>
          <a:p>
            <a:r>
              <a:rPr lang="en-GB" sz="1800" dirty="0">
                <a:latin typeface="Times New Roman"/>
                <a:cs typeface="Times New Roman"/>
              </a:rPr>
              <a:t>- Contact</a:t>
            </a:r>
          </a:p>
          <a:p>
            <a:r>
              <a:rPr lang="en-GB" sz="1800" dirty="0">
                <a:latin typeface="Times New Roman"/>
                <a:cs typeface="Times New Roman"/>
              </a:rPr>
              <a:t>- Game</a:t>
            </a:r>
          </a:p>
          <a:p>
            <a:r>
              <a:rPr lang="en-GB" sz="1800" dirty="0">
                <a:latin typeface="Times New Roman"/>
                <a:cs typeface="Times New Roman"/>
              </a:rPr>
              <a:t>- Start and end time</a:t>
            </a:r>
          </a:p>
          <a:p>
            <a:r>
              <a:rPr lang="en-GB" sz="1800" dirty="0">
                <a:latin typeface="Times New Roman"/>
                <a:cs typeface="Times New Roman"/>
              </a:rPr>
              <a:t>System:</a:t>
            </a:r>
          </a:p>
          <a:p>
            <a:r>
              <a:rPr lang="en-GB" sz="1800" dirty="0">
                <a:latin typeface="Times New Roman"/>
                <a:cs typeface="Times New Roman"/>
              </a:rPr>
              <a:t>Checks if time is valid</a:t>
            </a:r>
          </a:p>
          <a:p>
            <a:r>
              <a:rPr lang="en-GB" sz="1800" dirty="0">
                <a:latin typeface="Times New Roman"/>
                <a:cs typeface="Times New Roman"/>
              </a:rPr>
              <a:t>Calculates total fee</a:t>
            </a:r>
          </a:p>
          <a:p>
            <a:r>
              <a:rPr lang="en-GB" sz="1800" dirty="0">
                <a:latin typeface="Times New Roman"/>
                <a:cs typeface="Times New Roman"/>
              </a:rPr>
              <a:t>Saves record automatically</a:t>
            </a:r>
          </a:p>
        </p:txBody>
      </p:sp>
      <p:pic>
        <p:nvPicPr>
          <p:cNvPr id="20" name="Picture 19" descr="Person holding mouse">
            <a:extLst>
              <a:ext uri="{FF2B5EF4-FFF2-40B4-BE49-F238E27FC236}">
                <a16:creationId xmlns:a16="http://schemas.microsoft.com/office/drawing/2014/main" id="{2EF9C3E2-C63C-89A8-E9DF-0AE357DC57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88" r="28077" b="-3"/>
          <a:stretch>
            <a:fillRect/>
          </a:stretch>
        </p:blipFill>
        <p:spPr>
          <a:xfrm>
            <a:off x="4572000" y="10"/>
            <a:ext cx="4571999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82135" y="3792161"/>
            <a:ext cx="1559464" cy="4579735"/>
          </a:xfrm>
          <a:prstGeom prst="rect">
            <a:avLst/>
          </a:prstGeom>
          <a:gradFill>
            <a:gsLst>
              <a:gs pos="0">
                <a:schemeClr val="accent5">
                  <a:alpha val="77000"/>
                </a:schemeClr>
              </a:gs>
              <a:gs pos="57000">
                <a:schemeClr val="accent5">
                  <a:lumMod val="60000"/>
                  <a:lumOff val="40000"/>
                  <a:alpha val="0"/>
                </a:schemeClr>
              </a:gs>
            </a:gsLst>
            <a:lin ang="11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3A50E9-9119-7BC3-083B-2D84CCC78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1580" y="-3760"/>
            <a:ext cx="1632418" cy="6857999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0000">
                <a:schemeClr val="accent2">
                  <a:alpha val="0"/>
                </a:schemeClr>
              </a:gs>
            </a:gsLst>
            <a:lin ang="11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4572000" y="5502302"/>
            <a:ext cx="4579735" cy="135945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9000"/>
                </a:schemeClr>
              </a:gs>
              <a:gs pos="38000">
                <a:schemeClr val="accent5">
                  <a:lumMod val="60000"/>
                  <a:lumOff val="40000"/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770169" y="2939627"/>
            <a:ext cx="2372181" cy="391461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BCB5C-E9A7-D759-9430-A49090AAF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Time Conflict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Before saving, system checks: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If same game and same time are already booked → reject booking.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If not → add new booking.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5" name="Picture 4" descr="Network with pins">
            <a:extLst>
              <a:ext uri="{FF2B5EF4-FFF2-40B4-BE49-F238E27FC236}">
                <a16:creationId xmlns:a16="http://schemas.microsoft.com/office/drawing/2014/main" id="{BC3ABB23-AAFA-833A-EA60-39D51D397C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89" r="30175" b="-5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C7C1E-47C5-0822-FA00-2E405BDD9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 New Roman"/>
                <a:cs typeface="Times New Roman"/>
              </a:rPr>
              <a:t>Fee Calculation</a:t>
            </a:r>
            <a:endParaRPr lang="en-US" b="1">
              <a:solidFill>
                <a:srgbClr val="FFFFFF"/>
              </a:solidFill>
              <a:latin typeface="Times New Roman"/>
              <a:ea typeface="Calibri"/>
              <a:cs typeface="Times New Roman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D35023-006E-6069-F821-ED350E8AE9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429466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603CCD5-CA50-4A93-8323-A72A99D3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 New Roman"/>
                <a:cs typeface="Times New Roman"/>
              </a:rPr>
              <a:t>Unique Booking ID</a:t>
            </a:r>
            <a:endParaRPr lang="en-US" b="1">
              <a:solidFill>
                <a:srgbClr val="FFFFFF"/>
              </a:solidFill>
              <a:latin typeface="Times New Roman"/>
              <a:ea typeface="Calibri"/>
              <a:cs typeface="Times New Roman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D5441C-F3FE-8739-9253-09857D0F96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004884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3467122-CA68-D6B2-C2D1-9685D9ED5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 New Roman"/>
                <a:cs typeface="Times New Roman"/>
              </a:rPr>
              <a:t>View Bookings Menu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3FC57DCA-3A11-5845-0883-FFD802AADE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864861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7AD40DD5-9721-CEDF-1BA8-B75C840AC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Search Menu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6B97507-AF72-5551-713C-865B70AB6A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5791895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FB3EC603-F499-3354-F7FE-7881D7BEF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b="1" dirty="0">
                <a:latin typeface="Times New Roman"/>
                <a:cs typeface="Times New Roman"/>
              </a:rPr>
              <a:t>Cancel Booking</a:t>
            </a:r>
            <a:endParaRPr lang="en-US" b="1" dirty="0">
              <a:latin typeface="Times New Roman"/>
              <a:cs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8F92E5-CBF0-74EA-1899-762A5A79D9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5268076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261A32B2-4FFB-9F3F-C0AB-9E2FBFED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Sort Bookings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sz="2800" dirty="0"/>
              <a:t>Uses Bubble Sort Algorithm</a:t>
            </a:r>
            <a:endParaRPr lang="en-US" sz="2800" dirty="0">
              <a:ea typeface="Calibri"/>
              <a:cs typeface="Calibri"/>
            </a:endParaRPr>
          </a:p>
          <a:p>
            <a:r>
              <a:rPr sz="2800" dirty="0"/>
              <a:t>Sorts all bookings alphabetically by name.</a:t>
            </a:r>
            <a:endParaRPr sz="2800" dirty="0">
              <a:ea typeface="Calibri"/>
              <a:cs typeface="Calibri"/>
            </a:endParaRPr>
          </a:p>
        </p:txBody>
      </p:sp>
      <p:pic>
        <p:nvPicPr>
          <p:cNvPr id="10" name="Picture 9" descr="Colorful math learning objects">
            <a:extLst>
              <a:ext uri="{FF2B5EF4-FFF2-40B4-BE49-F238E27FC236}">
                <a16:creationId xmlns:a16="http://schemas.microsoft.com/office/drawing/2014/main" id="{32F08824-EDF9-04C9-7495-FF7EE827FB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87" r="36162" b="-9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B292C2-A217-BE0C-A64C-11213FD24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pic>
        <p:nvPicPr>
          <p:cNvPr id="3" name="Picture 2" descr="A diagram of a bubble sort&#10;&#10;AI-generated content may be incorrect.">
            <a:extLst>
              <a:ext uri="{FF2B5EF4-FFF2-40B4-BE49-F238E27FC236}">
                <a16:creationId xmlns:a16="http://schemas.microsoft.com/office/drawing/2014/main" id="{274A33F5-DB2C-5A18-53B8-D7DB77465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146211" y="16193"/>
            <a:ext cx="4010525" cy="685650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Fee Structure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2C6A9BE-D2E8-AC1E-ED27-1CB2903689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5779570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41AF981F-EC27-AE02-4F43-D011B431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704" y="350196"/>
            <a:ext cx="4010339" cy="1624520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465173"/>
            <a:ext cx="3485179" cy="389117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800" dirty="0">
                <a:latin typeface="Times New Roman"/>
                <a:cs typeface="Times New Roman"/>
              </a:rPr>
              <a:t>1. Linear Search – for searching games</a:t>
            </a:r>
            <a:endParaRPr lang="en-US" sz="1800">
              <a:latin typeface="Times New Roman"/>
              <a:ea typeface="Calibri"/>
              <a:cs typeface="Times New Roman"/>
            </a:endParaRPr>
          </a:p>
          <a:p>
            <a:r>
              <a:rPr lang="en-US" sz="1800" dirty="0">
                <a:latin typeface="Times New Roman"/>
                <a:cs typeface="Times New Roman"/>
              </a:rPr>
              <a:t>1. Bubble Sort – for sorting names</a:t>
            </a:r>
            <a:endParaRPr lang="en-US" sz="1800">
              <a:latin typeface="Times New Roman"/>
              <a:ea typeface="Calibri"/>
              <a:cs typeface="Times New Roman"/>
            </a:endParaRPr>
          </a:p>
          <a:p>
            <a:r>
              <a:rPr lang="en-US" sz="1800" dirty="0">
                <a:latin typeface="Times New Roman"/>
                <a:cs typeface="Times New Roman"/>
              </a:rPr>
              <a:t>2. Conflict Check Algorithm – to check overlapping time slots</a:t>
            </a:r>
            <a:endParaRPr lang="en-US" sz="1800">
              <a:latin typeface="Times New Roman"/>
              <a:ea typeface="Calibri"/>
              <a:cs typeface="Times New Roman"/>
            </a:endParaRPr>
          </a:p>
          <a:p>
            <a:r>
              <a:rPr lang="en-US" sz="1800" dirty="0">
                <a:latin typeface="Times New Roman"/>
                <a:cs typeface="Times New Roman"/>
              </a:rPr>
              <a:t>Data Storage : </a:t>
            </a:r>
            <a:endParaRPr lang="en-US" sz="1800">
              <a:latin typeface="Times New Roman"/>
              <a:ea typeface="Calibri"/>
              <a:cs typeface="Times New Roman"/>
            </a:endParaRPr>
          </a:p>
          <a:p>
            <a:r>
              <a:rPr lang="en-US" sz="1800" dirty="0">
                <a:latin typeface="Times New Roman"/>
                <a:cs typeface="Times New Roman"/>
              </a:rPr>
              <a:t>All data is saved in a text file:</a:t>
            </a:r>
            <a:endParaRPr lang="en-US" sz="1800">
              <a:latin typeface="Times New Roman"/>
              <a:ea typeface="Calibri"/>
              <a:cs typeface="Times New Roman"/>
            </a:endParaRPr>
          </a:p>
          <a:p>
            <a:r>
              <a:rPr lang="en-US" sz="1800" dirty="0">
                <a:latin typeface="Times New Roman"/>
                <a:cs typeface="Times New Roman"/>
              </a:rPr>
              <a:t>bookings.txt</a:t>
            </a:r>
            <a:endParaRPr lang="en-US" sz="1800">
              <a:latin typeface="Times New Roman"/>
              <a:ea typeface="Calibri"/>
              <a:cs typeface="Times New Roman"/>
            </a:endParaRPr>
          </a:p>
          <a:p>
            <a:r>
              <a:rPr lang="en-US" sz="1800" dirty="0">
                <a:latin typeface="Times New Roman"/>
                <a:cs typeface="Times New Roman"/>
              </a:rPr>
              <a:t>It is simple and easy to use.</a:t>
            </a:r>
            <a:endParaRPr lang="en-US" sz="1800">
              <a:latin typeface="Times New Roman"/>
              <a:ea typeface="Calibri"/>
              <a:cs typeface="Times New Roman"/>
            </a:endParaRPr>
          </a:p>
          <a:p>
            <a:endParaRPr lang="en-US" sz="1800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8E2D3052-58AA-2088-AFC6-BCAE8A7A9B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76" r="46239" b="-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F5E74-2B15-B788-217B-185C8397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96" y="903723"/>
            <a:ext cx="5605629" cy="994172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Example File Content</a:t>
            </a:r>
            <a:endParaRPr lang="en-US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sz="2800" dirty="0">
                <a:latin typeface="Times New Roman"/>
                <a:cs typeface="Times New Roman"/>
              </a:rPr>
              <a:t>1234,Ali,03001234567,Cricket,10,12,1400,2025-11-03</a:t>
            </a:r>
            <a:endParaRPr lang="en-US" sz="2800">
              <a:latin typeface="Times New Roman"/>
              <a:cs typeface="Times New Roman"/>
            </a:endParaRPr>
          </a:p>
          <a:p>
            <a:r>
              <a:rPr sz="2800" dirty="0">
                <a:latin typeface="Times New Roman"/>
                <a:cs typeface="Times New Roman"/>
              </a:rPr>
              <a:t>1235,Ahmed,03009876543,Football,8,10,1000,2025-11-03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Cricket">
            <a:extLst>
              <a:ext uri="{FF2B5EF4-FFF2-40B4-BE49-F238E27FC236}">
                <a16:creationId xmlns:a16="http://schemas.microsoft.com/office/drawing/2014/main" id="{6FC0E4D4-3A2B-3393-CED5-E200DF2A5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BBB4EB07-A8AA-2632-30FA-0702B8359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423984"/>
            <a:ext cx="3485179" cy="3952960"/>
          </a:xfrm>
        </p:spPr>
        <p:txBody>
          <a:bodyPr anchor="ctr">
            <a:normAutofit lnSpcReduction="10000"/>
          </a:bodyPr>
          <a:lstStyle/>
          <a:p>
            <a:r>
              <a:rPr lang="en-US" sz="2600" dirty="0">
                <a:latin typeface="Times New Roman"/>
                <a:cs typeface="Times New Roman"/>
              </a:rPr>
              <a:t>✅Easy to use</a:t>
            </a:r>
            <a:endParaRPr lang="en-US" sz="2600" dirty="0">
              <a:latin typeface="Times New Roman"/>
              <a:ea typeface="Calibri"/>
              <a:cs typeface="Times New Roman"/>
            </a:endParaRPr>
          </a:p>
          <a:p>
            <a:r>
              <a:rPr lang="en-US" sz="2600" dirty="0">
                <a:latin typeface="Times New Roman"/>
                <a:cs typeface="Times New Roman"/>
              </a:rPr>
              <a:t>✅ Simple menu system</a:t>
            </a:r>
            <a:endParaRPr lang="en-US" sz="2600">
              <a:latin typeface="Times New Roman"/>
              <a:ea typeface="Calibri"/>
              <a:cs typeface="Times New Roman"/>
            </a:endParaRPr>
          </a:p>
          <a:p>
            <a:r>
              <a:rPr lang="en-US" sz="2600" dirty="0">
                <a:latin typeface="Times New Roman"/>
                <a:cs typeface="Times New Roman"/>
              </a:rPr>
              <a:t>✅ Data saved permanently</a:t>
            </a:r>
            <a:endParaRPr lang="en-US" sz="2600">
              <a:latin typeface="Times New Roman"/>
              <a:ea typeface="Calibri"/>
              <a:cs typeface="Times New Roman"/>
            </a:endParaRPr>
          </a:p>
          <a:p>
            <a:r>
              <a:rPr lang="en-US" sz="2600" dirty="0">
                <a:latin typeface="Times New Roman"/>
                <a:cs typeface="Times New Roman"/>
              </a:rPr>
              <a:t>✅ Prevents double bookings</a:t>
            </a:r>
            <a:endParaRPr lang="en-US" sz="2600">
              <a:latin typeface="Times New Roman"/>
              <a:ea typeface="Calibri"/>
              <a:cs typeface="Times New Roman"/>
            </a:endParaRPr>
          </a:p>
          <a:p>
            <a:r>
              <a:rPr lang="en-US" sz="2600" dirty="0">
                <a:latin typeface="Times New Roman"/>
                <a:cs typeface="Times New Roman"/>
              </a:rPr>
              <a:t>✅ Calculates fee automatically</a:t>
            </a:r>
            <a:endParaRPr lang="en-US" sz="260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A01719EF-3DBF-F1FB-BF47-570C581F5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74" r="33042" b="-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E3706-5F07-19B4-ABAB-A75F94451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04502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latin typeface="Times New Roman"/>
                <a:cs typeface="Times New Roman"/>
              </a:rPr>
              <a:t>Future Work / Website Version</a:t>
            </a:r>
            <a:endParaRPr lang="en-US" b="1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B56283-23A2-CF67-7274-8EFD9B94A2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08" r="18179" b="1"/>
          <a:stretch>
            <a:fillRect/>
          </a:stretch>
        </p:blipFill>
        <p:spPr>
          <a:xfrm>
            <a:off x="4781190" y="758514"/>
            <a:ext cx="384167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4696411" y="687822"/>
            <a:ext cx="4103360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86420" y="921125"/>
            <a:ext cx="593266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C21303-016B-5F93-11B0-4C1A7267D3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6733095"/>
              </p:ext>
            </p:extLst>
          </p:nvPr>
        </p:nvGraphicFramePr>
        <p:xfrm>
          <a:off x="628650" y="1825625"/>
          <a:ext cx="404502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4FF95064-3D26-638C-BD9B-C0F243037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pic>
        <p:nvPicPr>
          <p:cNvPr id="59" name="Picture 58" descr="A globe with lights and lines around it&#10;&#10;AI-generated content may be incorrect.">
            <a:extLst>
              <a:ext uri="{FF2B5EF4-FFF2-40B4-BE49-F238E27FC236}">
                <a16:creationId xmlns:a16="http://schemas.microsoft.com/office/drawing/2014/main" id="{67CD8665-7795-B87F-3F6B-C6B5AE4194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rcRect l="5594" t="9372" r="19231" b="-249"/>
          <a:stretch>
            <a:fillRect/>
          </a:stretch>
        </p:blipFill>
        <p:spPr>
          <a:xfrm>
            <a:off x="5427870" y="1719908"/>
            <a:ext cx="2551045" cy="31486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 b="1" dirty="0">
                <a:latin typeface="Times New Roman"/>
                <a:ea typeface="Calibri"/>
                <a:cs typeface="Calibri"/>
              </a:rPr>
              <a:t>Conclusion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3E3EA7F-8035-708C-D74B-3DF6CBEC5B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2556820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2" name="Slide Number Placeholder 121">
            <a:extLst>
              <a:ext uri="{FF2B5EF4-FFF2-40B4-BE49-F238E27FC236}">
                <a16:creationId xmlns:a16="http://schemas.microsoft.com/office/drawing/2014/main" id="{87450DFB-D788-655F-5270-11E1A9546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EC6FDDF2-604F-055D-DC28-AC0580FADC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24" r="56528" b="-3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720" y="2230915"/>
            <a:ext cx="4005984" cy="29948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4400" b="1" dirty="0">
                <a:latin typeface="Times New Roman"/>
                <a:cs typeface="Times New Roman"/>
              </a:rPr>
              <a:t>Thanks</a:t>
            </a:r>
            <a:endParaRPr lang="en-US" sz="440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4400" b="1" dirty="0">
                <a:latin typeface="Times New Roman"/>
                <a:cs typeface="Times New Roman"/>
              </a:rPr>
              <a:t>Any Question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CE896-58D2-E74D-AF48-4A105A61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06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623</Words>
  <Application>Microsoft Office PowerPoint</Application>
  <PresentationFormat>On-screen Show (4:3)</PresentationFormat>
  <Paragraphs>131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Group Members : </vt:lpstr>
      <vt:lpstr>How the Idea Come</vt:lpstr>
      <vt:lpstr>Project Goal</vt:lpstr>
      <vt:lpstr>Tools Used</vt:lpstr>
      <vt:lpstr>Features</vt:lpstr>
      <vt:lpstr>Booking Class</vt:lpstr>
      <vt:lpstr>Example of a Booking</vt:lpstr>
      <vt:lpstr>File Handling</vt:lpstr>
      <vt:lpstr>Add Booking</vt:lpstr>
      <vt:lpstr>Time Conflict Check</vt:lpstr>
      <vt:lpstr>Fee Calculation</vt:lpstr>
      <vt:lpstr>Unique Booking ID</vt:lpstr>
      <vt:lpstr>View Bookings Menu</vt:lpstr>
      <vt:lpstr>Search Menu</vt:lpstr>
      <vt:lpstr>Cancel Booking</vt:lpstr>
      <vt:lpstr>Sort Bookings</vt:lpstr>
      <vt:lpstr>Fee Structure</vt:lpstr>
      <vt:lpstr>Algorithms Used</vt:lpstr>
      <vt:lpstr>Example File Content</vt:lpstr>
      <vt:lpstr>Advantages</vt:lpstr>
      <vt:lpstr>Future Work / Website Version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subject/>
  <dc:creator>ninjacoders</dc:creator>
  <cp:keywords/>
  <dc:description>generated using python-pptx</dc:description>
  <cp:lastModifiedBy>ninjacoders</cp:lastModifiedBy>
  <cp:revision>355</cp:revision>
  <dcterms:created xsi:type="dcterms:W3CDTF">2013-01-27T09:14:16Z</dcterms:created>
  <dcterms:modified xsi:type="dcterms:W3CDTF">2025-11-03T19:22:04Z</dcterms:modified>
  <cp:category/>
</cp:coreProperties>
</file>